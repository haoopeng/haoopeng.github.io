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44"/>
  </p:notesMasterIdLst>
  <p:sldIdLst>
    <p:sldId id="582" r:id="rId3"/>
    <p:sldId id="257" r:id="rId4"/>
    <p:sldId id="583" r:id="rId5"/>
    <p:sldId id="259" r:id="rId6"/>
    <p:sldId id="260" r:id="rId7"/>
    <p:sldId id="507" r:id="rId8"/>
    <p:sldId id="285" r:id="rId9"/>
    <p:sldId id="294" r:id="rId10"/>
    <p:sldId id="299" r:id="rId11"/>
    <p:sldId id="296" r:id="rId12"/>
    <p:sldId id="595" r:id="rId13"/>
    <p:sldId id="271" r:id="rId14"/>
    <p:sldId id="273" r:id="rId15"/>
    <p:sldId id="272" r:id="rId16"/>
    <p:sldId id="277" r:id="rId17"/>
    <p:sldId id="263" r:id="rId18"/>
    <p:sldId id="301" r:id="rId19"/>
    <p:sldId id="262" r:id="rId20"/>
    <p:sldId id="264" r:id="rId21"/>
    <p:sldId id="265" r:id="rId22"/>
    <p:sldId id="266" r:id="rId23"/>
    <p:sldId id="267" r:id="rId24"/>
    <p:sldId id="268" r:id="rId25"/>
    <p:sldId id="269" r:id="rId26"/>
    <p:sldId id="642" r:id="rId27"/>
    <p:sldId id="256" r:id="rId28"/>
    <p:sldId id="643" r:id="rId29"/>
    <p:sldId id="279" r:id="rId30"/>
    <p:sldId id="460" r:id="rId31"/>
    <p:sldId id="638" r:id="rId32"/>
    <p:sldId id="631" r:id="rId33"/>
    <p:sldId id="581" r:id="rId34"/>
    <p:sldId id="637" r:id="rId35"/>
    <p:sldId id="281" r:id="rId36"/>
    <p:sldId id="641" r:id="rId37"/>
    <p:sldId id="604" r:id="rId38"/>
    <p:sldId id="293" r:id="rId39"/>
    <p:sldId id="292" r:id="rId40"/>
    <p:sldId id="640" r:id="rId41"/>
    <p:sldId id="639" r:id="rId42"/>
    <p:sldId id="605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B9"/>
    <a:srgbClr val="545D7E"/>
    <a:srgbClr val="0432FF"/>
    <a:srgbClr val="001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336732-C8B6-1247-BB98-8D90FCEB993F}" v="1" dt="2021-01-12T06:42:57.855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64"/>
    <p:restoredTop sz="87500"/>
  </p:normalViewPr>
  <p:slideViewPr>
    <p:cSldViewPr snapToGrid="0" snapToObjects="1">
      <p:cViewPr varScale="1">
        <p:scale>
          <a:sx n="92" d="100"/>
          <a:sy n="92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 Z" userId="0598117016cd6850" providerId="LiveId" clId="{1E336732-C8B6-1247-BB98-8D90FCEB993F}"/>
    <pc:docChg chg="custSel modSld">
      <pc:chgData name="Q Z" userId="0598117016cd6850" providerId="LiveId" clId="{1E336732-C8B6-1247-BB98-8D90FCEB993F}" dt="2021-01-12T06:42:57.854" v="267"/>
      <pc:docMkLst>
        <pc:docMk/>
      </pc:docMkLst>
      <pc:sldChg chg="addSp">
        <pc:chgData name="Q Z" userId="0598117016cd6850" providerId="LiveId" clId="{1E336732-C8B6-1247-BB98-8D90FCEB993F}" dt="2021-01-12T06:42:57.854" v="267"/>
        <pc:sldMkLst>
          <pc:docMk/>
          <pc:sldMk cId="532418191" sldId="26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532418191" sldId="261"/>
            <ac:inkMk id="3" creationId="{A30FF634-57C9-7447-A2A9-0989AB6EC147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00450022" sldId="262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00450022" sldId="262"/>
            <ac:inkMk id="3" creationId="{60C952EA-9E65-F140-B5F4-DC99132B4E6A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495955489" sldId="26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495955489" sldId="264"/>
            <ac:inkMk id="6" creationId="{32BCD74E-1CC4-E842-8CA9-181800AB9985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318632322" sldId="265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318632322" sldId="265"/>
            <ac:inkMk id="4" creationId="{B8BFEC17-95EF-214A-97B0-07A7611296C6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502340965" sldId="27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502340965" sldId="274"/>
            <ac:inkMk id="5" creationId="{86494887-27ED-4E4F-AE19-1D4461D58E14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678248846" sldId="277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678248846" sldId="277"/>
            <ac:inkMk id="5" creationId="{EF01DF33-D127-9845-9AB3-86A8074B59B4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548179530" sldId="28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548179530" sldId="281"/>
            <ac:inkMk id="5" creationId="{FCF82DE6-E3B1-C24C-8507-9D117A6BDB32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688405579" sldId="283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688405579" sldId="283"/>
            <ac:inkMk id="4" creationId="{1EE2DC9D-3483-374E-9030-025F16FF530B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740026222" sldId="286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740026222" sldId="286"/>
            <ac:inkMk id="5" creationId="{51BFC437-AB53-E04E-B9D7-7F023A3FBEA2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144012446" sldId="295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144012446" sldId="295"/>
            <ac:inkMk id="4" creationId="{3C202D86-3016-534E-83B1-6176C2AE0675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800579994" sldId="298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800579994" sldId="298"/>
            <ac:inkMk id="3" creationId="{B1D23E70-D545-4040-85EB-59B1CFB82A4A}"/>
          </ac:inkMkLst>
        </pc:inkChg>
      </pc:sldChg>
      <pc:sldChg chg="modSp mod">
        <pc:chgData name="Q Z" userId="0598117016cd6850" providerId="LiveId" clId="{1E336732-C8B6-1247-BB98-8D90FCEB993F}" dt="2021-01-12T00:36:45.806" v="176" actId="20577"/>
        <pc:sldMkLst>
          <pc:docMk/>
          <pc:sldMk cId="1668323801" sldId="300"/>
        </pc:sldMkLst>
        <pc:spChg chg="mod">
          <ac:chgData name="Q Z" userId="0598117016cd6850" providerId="LiveId" clId="{1E336732-C8B6-1247-BB98-8D90FCEB993F}" dt="2021-01-12T00:36:45.806" v="176" actId="20577"/>
          <ac:spMkLst>
            <pc:docMk/>
            <pc:sldMk cId="1668323801" sldId="300"/>
            <ac:spMk id="3" creationId="{551CAB00-106C-FD48-80DB-4E60597D50E9}"/>
          </ac:spMkLst>
        </pc:sp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105363865" sldId="302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105363865" sldId="302"/>
            <ac:inkMk id="4" creationId="{8587AAA6-D756-A64B-93AF-74519FE60536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062287952" sldId="30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062287952" sldId="304"/>
            <ac:inkMk id="2" creationId="{7C6ADA49-4D6A-3340-9313-17AFD1137008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989142146" sldId="307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989142146" sldId="307"/>
            <ac:inkMk id="4" creationId="{79E07468-77F3-514C-B80C-802205A48887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545004305" sldId="308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545004305" sldId="308"/>
            <ac:inkMk id="4" creationId="{5C043EB2-8D58-D448-A5A6-EF951083F642}"/>
          </ac:inkMkLst>
        </pc:inkChg>
      </pc:sldChg>
      <pc:sldChg chg="addSp modSp mod">
        <pc:chgData name="Q Z" userId="0598117016cd6850" providerId="LiveId" clId="{1E336732-C8B6-1247-BB98-8D90FCEB993F}" dt="2021-01-12T06:42:57.854" v="267"/>
        <pc:sldMkLst>
          <pc:docMk/>
          <pc:sldMk cId="581332896" sldId="309"/>
        </pc:sldMkLst>
        <pc:spChg chg="mod">
          <ac:chgData name="Q Z" userId="0598117016cd6850" providerId="LiveId" clId="{1E336732-C8B6-1247-BB98-8D90FCEB993F}" dt="2021-01-12T00:40:56.082" v="266" actId="113"/>
          <ac:spMkLst>
            <pc:docMk/>
            <pc:sldMk cId="581332896" sldId="309"/>
            <ac:spMk id="3" creationId="{1B15B996-5952-CA44-90B0-02ABAA4EAC6C}"/>
          </ac:spMkLst>
        </pc:spChg>
        <pc:inkChg chg="add">
          <ac:chgData name="Q Z" userId="0598117016cd6850" providerId="LiveId" clId="{1E336732-C8B6-1247-BB98-8D90FCEB993F}" dt="2021-01-12T06:42:57.854" v="267"/>
          <ac:inkMkLst>
            <pc:docMk/>
            <pc:sldMk cId="581332896" sldId="309"/>
            <ac:inkMk id="4" creationId="{B47DC87F-0A15-2342-BA53-E570C6B9257C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758662977" sldId="313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758662977" sldId="313"/>
            <ac:inkMk id="6" creationId="{236CEAF4-9349-8C43-97FA-E755F87043D3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806699933" sldId="314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806699933" sldId="314"/>
            <ac:inkMk id="4" creationId="{824F5F81-9516-B84B-85A3-183C8C8282B0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690263055" sldId="315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690263055" sldId="315"/>
            <ac:inkMk id="6" creationId="{1D5ABB7D-7DB8-0242-92E5-1AC09ED25904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938421699" sldId="320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938421699" sldId="320"/>
            <ac:inkMk id="4" creationId="{F6C17624-A201-7443-A1EF-5BEF317DC94F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08173595" sldId="32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08173595" sldId="321"/>
            <ac:inkMk id="5" creationId="{50BE96FE-AAC5-B447-9208-F7FE53F6A0B9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82143924" sldId="322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82143924" sldId="322"/>
            <ac:inkMk id="4" creationId="{F0D28E15-1894-8146-8F56-660176DCC755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1207180606" sldId="323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1207180606" sldId="323"/>
            <ac:inkMk id="5" creationId="{D1CB38B3-DBF0-1043-9BE1-8314B02773AE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223405279" sldId="327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223405279" sldId="327"/>
            <ac:inkMk id="4" creationId="{BFFBAD07-1ABE-7246-BB7B-7B93C6C05F60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2580820078" sldId="329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2580820078" sldId="329"/>
            <ac:inkMk id="6" creationId="{B5F4D88E-6934-564D-BE81-1340A8E269EB}"/>
          </ac:inkMkLst>
        </pc:inkChg>
      </pc:sldChg>
      <pc:sldChg chg="addSp">
        <pc:chgData name="Q Z" userId="0598117016cd6850" providerId="LiveId" clId="{1E336732-C8B6-1247-BB98-8D90FCEB993F}" dt="2021-01-12T06:42:57.854" v="267"/>
        <pc:sldMkLst>
          <pc:docMk/>
          <pc:sldMk cId="3730086564" sldId="331"/>
        </pc:sldMkLst>
        <pc:inkChg chg="add">
          <ac:chgData name="Q Z" userId="0598117016cd6850" providerId="LiveId" clId="{1E336732-C8B6-1247-BB98-8D90FCEB993F}" dt="2021-01-12T06:42:57.854" v="267"/>
          <ac:inkMkLst>
            <pc:docMk/>
            <pc:sldMk cId="3730086564" sldId="331"/>
            <ac:inkMk id="4" creationId="{F8ED0622-DF26-A748-84B6-474F576CC577}"/>
          </ac:inkMkLst>
        </pc:inkChg>
      </pc:sldChg>
    </pc:docChg>
  </pc:docChgLst>
  <pc:docChgLst>
    <pc:chgData name="Q Z" userId="0598117016cd6850" providerId="LiveId" clId="{D2FDEEAF-84E1-154D-A946-0BAEA53F7449}"/>
    <pc:docChg chg="undo custSel addSld delSld modSld">
      <pc:chgData name="Q Z" userId="0598117016cd6850" providerId="LiveId" clId="{D2FDEEAF-84E1-154D-A946-0BAEA53F7449}" dt="2019-09-04T18:21:47.967" v="1277" actId="20577"/>
      <pc:docMkLst>
        <pc:docMk/>
      </pc:docMkLst>
      <pc:sldChg chg="modSp">
        <pc:chgData name="Q Z" userId="0598117016cd6850" providerId="LiveId" clId="{D2FDEEAF-84E1-154D-A946-0BAEA53F7449}" dt="2019-09-04T17:50:06.927" v="44" actId="20577"/>
        <pc:sldMkLst>
          <pc:docMk/>
          <pc:sldMk cId="2533019783" sldId="256"/>
        </pc:sldMkLst>
        <pc:spChg chg="mod">
          <ac:chgData name="Q Z" userId="0598117016cd6850" providerId="LiveId" clId="{D2FDEEAF-84E1-154D-A946-0BAEA53F7449}" dt="2019-09-04T17:50:06.927" v="44" actId="20577"/>
          <ac:spMkLst>
            <pc:docMk/>
            <pc:sldMk cId="2533019783" sldId="256"/>
            <ac:spMk id="2" creationId="{4F6B6359-AFC8-5749-ABD8-D22C31534A8C}"/>
          </ac:spMkLst>
        </pc:spChg>
        <pc:spChg chg="mod">
          <ac:chgData name="Q Z" userId="0598117016cd6850" providerId="LiveId" clId="{D2FDEEAF-84E1-154D-A946-0BAEA53F7449}" dt="2019-09-04T14:49:56.657" v="31" actId="20577"/>
          <ac:spMkLst>
            <pc:docMk/>
            <pc:sldMk cId="2533019783" sldId="256"/>
            <ac:spMk id="3" creationId="{03BB8D86-7309-C04C-901B-36514C38109C}"/>
          </ac:spMkLst>
        </pc:spChg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595021793" sldId="25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21927036" sldId="258"/>
        </pc:sldMkLst>
      </pc:sldChg>
      <pc:sldChg chg="modSp">
        <pc:chgData name="Q Z" userId="0598117016cd6850" providerId="LiveId" clId="{D2FDEEAF-84E1-154D-A946-0BAEA53F7449}" dt="2019-09-04T17:51:15.354" v="96" actId="20577"/>
        <pc:sldMkLst>
          <pc:docMk/>
          <pc:sldMk cId="2090911193" sldId="260"/>
        </pc:sldMkLst>
        <pc:spChg chg="mod">
          <ac:chgData name="Q Z" userId="0598117016cd6850" providerId="LiveId" clId="{D2FDEEAF-84E1-154D-A946-0BAEA53F7449}" dt="2019-09-04T17:51:15.354" v="96" actId="20577"/>
          <ac:spMkLst>
            <pc:docMk/>
            <pc:sldMk cId="2090911193" sldId="260"/>
            <ac:spMk id="3" creationId="{858FDFE8-5660-3142-B97F-1D1C17F05F34}"/>
          </ac:spMkLst>
        </pc:spChg>
      </pc:sldChg>
      <pc:sldChg chg="modSp add">
        <pc:chgData name="Q Z" userId="0598117016cd6850" providerId="LiveId" clId="{D2FDEEAF-84E1-154D-A946-0BAEA53F7449}" dt="2019-09-04T18:17:04.095" v="715" actId="27636"/>
        <pc:sldMkLst>
          <pc:docMk/>
          <pc:sldMk cId="532418191" sldId="261"/>
        </pc:sldMkLst>
        <pc:spChg chg="mod">
          <ac:chgData name="Q Z" userId="0598117016cd6850" providerId="LiveId" clId="{D2FDEEAF-84E1-154D-A946-0BAEA53F7449}" dt="2019-09-04T18:17:04.095" v="715" actId="27636"/>
          <ac:spMkLst>
            <pc:docMk/>
            <pc:sldMk cId="532418191" sldId="261"/>
            <ac:spMk id="2" creationId="{A41F1BB6-7C99-144F-B969-F0BD4E7E05F1}"/>
          </ac:spMkLst>
        </pc:spChg>
      </pc:sldChg>
      <pc:sldChg chg="del">
        <pc:chgData name="Q Z" userId="0598117016cd6850" providerId="LiveId" clId="{D2FDEEAF-84E1-154D-A946-0BAEA53F7449}" dt="2019-09-04T14:50:58.821" v="34" actId="2696"/>
        <pc:sldMkLst>
          <pc:docMk/>
          <pc:sldMk cId="783585029" sldId="261"/>
        </pc:sldMkLst>
      </pc:sldChg>
      <pc:sldChg chg="modSp add">
        <pc:chgData name="Q Z" userId="0598117016cd6850" providerId="LiveId" clId="{D2FDEEAF-84E1-154D-A946-0BAEA53F7449}" dt="2019-09-04T18:17:04.108" v="716" actId="27636"/>
        <pc:sldMkLst>
          <pc:docMk/>
          <pc:sldMk cId="200450022" sldId="262"/>
        </pc:sldMkLst>
        <pc:spChg chg="mod">
          <ac:chgData name="Q Z" userId="0598117016cd6850" providerId="LiveId" clId="{D2FDEEAF-84E1-154D-A946-0BAEA53F7449}" dt="2019-09-04T18:17:04.108" v="716" actId="27636"/>
          <ac:spMkLst>
            <pc:docMk/>
            <pc:sldMk cId="200450022" sldId="262"/>
            <ac:spMk id="2" creationId="{A41F1BB6-7C99-144F-B969-F0BD4E7E05F1}"/>
          </ac:spMkLst>
        </pc:spChg>
      </pc:sldChg>
      <pc:sldChg chg="del">
        <pc:chgData name="Q Z" userId="0598117016cd6850" providerId="LiveId" clId="{D2FDEEAF-84E1-154D-A946-0BAEA53F7449}" dt="2019-09-04T14:50:58.824" v="37" actId="2696"/>
        <pc:sldMkLst>
          <pc:docMk/>
          <pc:sldMk cId="2838881580" sldId="262"/>
        </pc:sldMkLst>
      </pc:sldChg>
      <pc:sldChg chg="del">
        <pc:chgData name="Q Z" userId="0598117016cd6850" providerId="LiveId" clId="{D2FDEEAF-84E1-154D-A946-0BAEA53F7449}" dt="2019-09-04T14:50:58.823" v="36" actId="2696"/>
        <pc:sldMkLst>
          <pc:docMk/>
          <pc:sldMk cId="1942777124" sldId="263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048896579" sldId="263"/>
        </pc:sldMkLst>
      </pc:sldChg>
      <pc:sldChg chg="del">
        <pc:chgData name="Q Z" userId="0598117016cd6850" providerId="LiveId" clId="{D2FDEEAF-84E1-154D-A946-0BAEA53F7449}" dt="2019-09-04T14:50:58.825" v="38" actId="2696"/>
        <pc:sldMkLst>
          <pc:docMk/>
          <pc:sldMk cId="2231365434" sldId="264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495955489" sldId="264"/>
        </pc:sldMkLst>
      </pc:sldChg>
      <pc:sldChg chg="del">
        <pc:chgData name="Q Z" userId="0598117016cd6850" providerId="LiveId" clId="{D2FDEEAF-84E1-154D-A946-0BAEA53F7449}" dt="2019-09-04T14:50:58.834" v="42" actId="2696"/>
        <pc:sldMkLst>
          <pc:docMk/>
          <pc:sldMk cId="2283137282" sldId="265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318632322" sldId="265"/>
        </pc:sldMkLst>
      </pc:sldChg>
      <pc:sldChg chg="del">
        <pc:chgData name="Q Z" userId="0598117016cd6850" providerId="LiveId" clId="{D2FDEEAF-84E1-154D-A946-0BAEA53F7449}" dt="2019-09-04T14:50:58.827" v="40" actId="2696"/>
        <pc:sldMkLst>
          <pc:docMk/>
          <pc:sldMk cId="2210613991" sldId="26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492845242" sldId="266"/>
        </pc:sldMkLst>
      </pc:sldChg>
      <pc:sldChg chg="modSp">
        <pc:chgData name="Q Z" userId="0598117016cd6850" providerId="LiveId" clId="{D2FDEEAF-84E1-154D-A946-0BAEA53F7449}" dt="2019-09-04T17:52:07.105" v="112" actId="207"/>
        <pc:sldMkLst>
          <pc:docMk/>
          <pc:sldMk cId="2096993788" sldId="267"/>
        </pc:sldMkLst>
        <pc:spChg chg="mod">
          <ac:chgData name="Q Z" userId="0598117016cd6850" providerId="LiveId" clId="{D2FDEEAF-84E1-154D-A946-0BAEA53F7449}" dt="2019-09-04T17:52:07.105" v="112" actId="207"/>
          <ac:spMkLst>
            <pc:docMk/>
            <pc:sldMk cId="2096993788" sldId="267"/>
            <ac:spMk id="3" creationId="{92C5435D-7C46-D248-89C2-A468B8E05E4B}"/>
          </ac:spMkLst>
        </pc:spChg>
      </pc:sldChg>
      <pc:sldChg chg="del">
        <pc:chgData name="Q Z" userId="0598117016cd6850" providerId="LiveId" clId="{D2FDEEAF-84E1-154D-A946-0BAEA53F7449}" dt="2019-09-04T14:50:58.822" v="35" actId="2696"/>
        <pc:sldMkLst>
          <pc:docMk/>
          <pc:sldMk cId="1861225924" sldId="268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454883529" sldId="268"/>
        </pc:sldMkLst>
      </pc:sldChg>
      <pc:sldChg chg="add del">
        <pc:chgData name="Q Z" userId="0598117016cd6850" providerId="LiveId" clId="{D2FDEEAF-84E1-154D-A946-0BAEA53F7449}" dt="2019-09-04T17:53:35.526" v="120" actId="2696"/>
        <pc:sldMkLst>
          <pc:docMk/>
          <pc:sldMk cId="3305728334" sldId="270"/>
        </pc:sldMkLst>
      </pc:sldChg>
      <pc:sldChg chg="modSp add del">
        <pc:chgData name="Q Z" userId="0598117016cd6850" providerId="LiveId" clId="{D2FDEEAF-84E1-154D-A946-0BAEA53F7449}" dt="2019-09-04T17:55:57.015" v="138" actId="20577"/>
        <pc:sldMkLst>
          <pc:docMk/>
          <pc:sldMk cId="3331877505" sldId="271"/>
        </pc:sldMkLst>
        <pc:spChg chg="mod">
          <ac:chgData name="Q Z" userId="0598117016cd6850" providerId="LiveId" clId="{D2FDEEAF-84E1-154D-A946-0BAEA53F7449}" dt="2019-09-04T17:55:57.015" v="138" actId="20577"/>
          <ac:spMkLst>
            <pc:docMk/>
            <pc:sldMk cId="3331877505" sldId="271"/>
            <ac:spMk id="2" creationId="{6660E2C4-0D9F-6543-92DC-EEC98C67AB17}"/>
          </ac:spMkLst>
        </pc:spChg>
      </pc:sldChg>
      <pc:sldChg chg="add del">
        <pc:chgData name="Q Z" userId="0598117016cd6850" providerId="LiveId" clId="{D2FDEEAF-84E1-154D-A946-0BAEA53F7449}" dt="2019-09-04T17:53:35.482" v="117" actId="2696"/>
        <pc:sldMkLst>
          <pc:docMk/>
          <pc:sldMk cId="3558231805" sldId="272"/>
        </pc:sldMkLst>
      </pc:sldChg>
      <pc:sldChg chg="modSp add">
        <pc:chgData name="Q Z" userId="0598117016cd6850" providerId="LiveId" clId="{D2FDEEAF-84E1-154D-A946-0BAEA53F7449}" dt="2019-09-04T18:17:04.328" v="720" actId="27636"/>
        <pc:sldMkLst>
          <pc:docMk/>
          <pc:sldMk cId="502340965" sldId="274"/>
        </pc:sldMkLst>
        <pc:spChg chg="mod">
          <ac:chgData name="Q Z" userId="0598117016cd6850" providerId="LiveId" clId="{D2FDEEAF-84E1-154D-A946-0BAEA53F7449}" dt="2019-09-04T18:17:04.328" v="720" actId="27636"/>
          <ac:spMkLst>
            <pc:docMk/>
            <pc:sldMk cId="502340965" sldId="274"/>
            <ac:spMk id="3" creationId="{3E183C73-DAEA-B44A-A5FE-7317F31E7B1F}"/>
          </ac:spMkLst>
        </pc:spChg>
      </pc:sldChg>
      <pc:sldChg chg="add del">
        <pc:chgData name="Q Z" userId="0598117016cd6850" providerId="LiveId" clId="{D2FDEEAF-84E1-154D-A946-0BAEA53F7449}" dt="2019-09-04T17:56:05.978" v="139" actId="2696"/>
        <pc:sldMkLst>
          <pc:docMk/>
          <pc:sldMk cId="1213925051" sldId="274"/>
        </pc:sldMkLst>
      </pc:sldChg>
      <pc:sldChg chg="modSp">
        <pc:chgData name="Q Z" userId="0598117016cd6850" providerId="LiveId" clId="{D2FDEEAF-84E1-154D-A946-0BAEA53F7449}" dt="2019-09-04T17:55:32.064" v="121" actId="20577"/>
        <pc:sldMkLst>
          <pc:docMk/>
          <pc:sldMk cId="954695919" sldId="275"/>
        </pc:sldMkLst>
        <pc:spChg chg="mod">
          <ac:chgData name="Q Z" userId="0598117016cd6850" providerId="LiveId" clId="{D2FDEEAF-84E1-154D-A946-0BAEA53F7449}" dt="2019-09-04T17:55:32.064" v="121" actId="20577"/>
          <ac:spMkLst>
            <pc:docMk/>
            <pc:sldMk cId="954695919" sldId="275"/>
            <ac:spMk id="3" creationId="{8156CB1A-BF1B-814F-B131-5A4E9A2B2F55}"/>
          </ac:spMkLst>
        </pc:spChg>
      </pc:sldChg>
      <pc:sldChg chg="del">
        <pc:chgData name="Q Z" userId="0598117016cd6850" providerId="LiveId" clId="{D2FDEEAF-84E1-154D-A946-0BAEA53F7449}" dt="2019-09-04T17:56:38.052" v="144" actId="2696"/>
        <pc:sldMkLst>
          <pc:docMk/>
          <pc:sldMk cId="1065454564" sldId="27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678248846" sldId="27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081087372" sldId="280"/>
        </pc:sldMkLst>
      </pc:sldChg>
      <pc:sldChg chg="del">
        <pc:chgData name="Q Z" userId="0598117016cd6850" providerId="LiveId" clId="{D2FDEEAF-84E1-154D-A946-0BAEA53F7449}" dt="2019-09-04T17:56:34.037" v="142" actId="2696"/>
        <pc:sldMkLst>
          <pc:docMk/>
          <pc:sldMk cId="1143589674" sldId="280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548179530" sldId="281"/>
        </pc:sldMkLst>
      </pc:sldChg>
      <pc:sldChg chg="del">
        <pc:chgData name="Q Z" userId="0598117016cd6850" providerId="LiveId" clId="{D2FDEEAF-84E1-154D-A946-0BAEA53F7449}" dt="2019-09-04T17:56:34.036" v="141" actId="2696"/>
        <pc:sldMkLst>
          <pc:docMk/>
          <pc:sldMk cId="4098453554" sldId="281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494661934" sldId="282"/>
        </pc:sldMkLst>
      </pc:sldChg>
      <pc:sldChg chg="del">
        <pc:chgData name="Q Z" userId="0598117016cd6850" providerId="LiveId" clId="{D2FDEEAF-84E1-154D-A946-0BAEA53F7449}" dt="2019-09-04T17:56:34.038" v="143" actId="2696"/>
        <pc:sldMkLst>
          <pc:docMk/>
          <pc:sldMk cId="4145358547" sldId="282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688405579" sldId="283"/>
        </pc:sldMkLst>
      </pc:sldChg>
      <pc:sldChg chg="del">
        <pc:chgData name="Q Z" userId="0598117016cd6850" providerId="LiveId" clId="{D2FDEEAF-84E1-154D-A946-0BAEA53F7449}" dt="2019-09-04T14:50:58.826" v="39" actId="2696"/>
        <pc:sldMkLst>
          <pc:docMk/>
          <pc:sldMk cId="3749237926" sldId="283"/>
        </pc:sldMkLst>
      </pc:sldChg>
      <pc:sldChg chg="del">
        <pc:chgData name="Q Z" userId="0598117016cd6850" providerId="LiveId" clId="{D2FDEEAF-84E1-154D-A946-0BAEA53F7449}" dt="2019-09-04T17:56:34.035" v="140" actId="2696"/>
        <pc:sldMkLst>
          <pc:docMk/>
          <pc:sldMk cId="1766107003" sldId="284"/>
        </pc:sldMkLst>
      </pc:sldChg>
      <pc:sldChg chg="modSp add">
        <pc:chgData name="Q Z" userId="0598117016cd6850" providerId="LiveId" clId="{D2FDEEAF-84E1-154D-A946-0BAEA53F7449}" dt="2019-09-04T18:17:04.209" v="717" actId="27636"/>
        <pc:sldMkLst>
          <pc:docMk/>
          <pc:sldMk cId="3382824642" sldId="284"/>
        </pc:sldMkLst>
        <pc:spChg chg="mod">
          <ac:chgData name="Q Z" userId="0598117016cd6850" providerId="LiveId" clId="{D2FDEEAF-84E1-154D-A946-0BAEA53F7449}" dt="2019-09-04T18:17:04.209" v="717" actId="27636"/>
          <ac:spMkLst>
            <pc:docMk/>
            <pc:sldMk cId="3382824642" sldId="284"/>
            <ac:spMk id="3" creationId="{C7F9E529-8EAE-E242-ABE3-8FF4C6CFE94E}"/>
          </ac:spMkLst>
        </pc:spChg>
      </pc:sldChg>
      <pc:sldChg chg="modSp">
        <pc:chgData name="Q Z" userId="0598117016cd6850" providerId="LiveId" clId="{D2FDEEAF-84E1-154D-A946-0BAEA53F7449}" dt="2019-09-04T17:57:06.144" v="161" actId="20577"/>
        <pc:sldMkLst>
          <pc:docMk/>
          <pc:sldMk cId="1964004983" sldId="285"/>
        </pc:sldMkLst>
        <pc:spChg chg="mod">
          <ac:chgData name="Q Z" userId="0598117016cd6850" providerId="LiveId" clId="{D2FDEEAF-84E1-154D-A946-0BAEA53F7449}" dt="2019-09-04T17:57:06.144" v="161" actId="20577"/>
          <ac:spMkLst>
            <pc:docMk/>
            <pc:sldMk cId="1964004983" sldId="285"/>
            <ac:spMk id="3" creationId="{5F1D1A32-6966-D74D-BC08-BB6F9D54EB65}"/>
          </ac:spMkLst>
        </pc:spChg>
      </pc:sldChg>
      <pc:sldChg chg="del">
        <pc:chgData name="Q Z" userId="0598117016cd6850" providerId="LiveId" clId="{D2FDEEAF-84E1-154D-A946-0BAEA53F7449}" dt="2019-09-04T17:57:19.396" v="162" actId="2696"/>
        <pc:sldMkLst>
          <pc:docMk/>
          <pc:sldMk cId="1027414483" sldId="28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740026222" sldId="286"/>
        </pc:sldMkLst>
      </pc:sldChg>
      <pc:sldChg chg="del">
        <pc:chgData name="Q Z" userId="0598117016cd6850" providerId="LiveId" clId="{D2FDEEAF-84E1-154D-A946-0BAEA53F7449}" dt="2019-09-04T17:59:18.421" v="163" actId="2696"/>
        <pc:sldMkLst>
          <pc:docMk/>
          <pc:sldMk cId="3061299955" sldId="299"/>
        </pc:sldMkLst>
      </pc:sldChg>
      <pc:sldChg chg="modSp del">
        <pc:chgData name="Q Z" userId="0598117016cd6850" providerId="LiveId" clId="{D2FDEEAF-84E1-154D-A946-0BAEA53F7449}" dt="2019-09-04T18:15:41.903" v="685" actId="2696"/>
        <pc:sldMkLst>
          <pc:docMk/>
          <pc:sldMk cId="485196877" sldId="300"/>
        </pc:sldMkLst>
        <pc:spChg chg="mod">
          <ac:chgData name="Q Z" userId="0598117016cd6850" providerId="LiveId" clId="{D2FDEEAF-84E1-154D-A946-0BAEA53F7449}" dt="2019-09-04T18:13:29.105" v="592" actId="20577"/>
          <ac:spMkLst>
            <pc:docMk/>
            <pc:sldMk cId="485196877" sldId="300"/>
            <ac:spMk id="3" creationId="{551CAB00-106C-FD48-80DB-4E60597D50E9}"/>
          </ac:spMkLst>
        </pc:spChg>
      </pc:sldChg>
      <pc:sldChg chg="modSp add">
        <pc:chgData name="Q Z" userId="0598117016cd6850" providerId="LiveId" clId="{D2FDEEAF-84E1-154D-A946-0BAEA53F7449}" dt="2019-09-04T18:20:13.592" v="1095" actId="15"/>
        <pc:sldMkLst>
          <pc:docMk/>
          <pc:sldMk cId="1668323801" sldId="300"/>
        </pc:sldMkLst>
        <pc:spChg chg="mod">
          <ac:chgData name="Q Z" userId="0598117016cd6850" providerId="LiveId" clId="{D2FDEEAF-84E1-154D-A946-0BAEA53F7449}" dt="2019-09-04T18:20:13.592" v="1095" actId="15"/>
          <ac:spMkLst>
            <pc:docMk/>
            <pc:sldMk cId="1668323801" sldId="300"/>
            <ac:spMk id="3" creationId="{551CAB00-106C-FD48-80DB-4E60597D50E9}"/>
          </ac:spMkLst>
        </pc:spChg>
      </pc:sldChg>
      <pc:sldChg chg="add">
        <pc:chgData name="Q Z" userId="0598117016cd6850" providerId="LiveId" clId="{D2FDEEAF-84E1-154D-A946-0BAEA53F7449}" dt="2019-09-04T18:15:48.786" v="686"/>
        <pc:sldMkLst>
          <pc:docMk/>
          <pc:sldMk cId="164302631" sldId="301"/>
        </pc:sldMkLst>
      </pc:sldChg>
      <pc:sldChg chg="modSp del">
        <pc:chgData name="Q Z" userId="0598117016cd6850" providerId="LiveId" clId="{D2FDEEAF-84E1-154D-A946-0BAEA53F7449}" dt="2019-09-04T18:15:41.898" v="684" actId="2696"/>
        <pc:sldMkLst>
          <pc:docMk/>
          <pc:sldMk cId="3603428551" sldId="301"/>
        </pc:sldMkLst>
        <pc:spChg chg="mod">
          <ac:chgData name="Q Z" userId="0598117016cd6850" providerId="LiveId" clId="{D2FDEEAF-84E1-154D-A946-0BAEA53F7449}" dt="2019-09-04T18:15:28.173" v="683" actId="20577"/>
          <ac:spMkLst>
            <pc:docMk/>
            <pc:sldMk cId="3603428551" sldId="301"/>
            <ac:spMk id="3" creationId="{045F8D64-8F34-2744-8A83-F43DB949F89C}"/>
          </ac:spMkLst>
        </pc:spChg>
      </pc:sldChg>
      <pc:sldChg chg="modSp add">
        <pc:chgData name="Q Z" userId="0598117016cd6850" providerId="LiveId" clId="{D2FDEEAF-84E1-154D-A946-0BAEA53F7449}" dt="2019-09-04T18:21:47.967" v="1277" actId="20577"/>
        <pc:sldMkLst>
          <pc:docMk/>
          <pc:sldMk cId="3105363865" sldId="302"/>
        </pc:sldMkLst>
        <pc:spChg chg="mod">
          <ac:chgData name="Q Z" userId="0598117016cd6850" providerId="LiveId" clId="{D2FDEEAF-84E1-154D-A946-0BAEA53F7449}" dt="2019-09-04T18:21:47.967" v="1277" actId="20577"/>
          <ac:spMkLst>
            <pc:docMk/>
            <pc:sldMk cId="3105363865" sldId="302"/>
            <ac:spMk id="2" creationId="{284F9CDD-41B2-3041-9CA4-BA9DAE607F54}"/>
          </ac:spMkLst>
        </pc:spChg>
        <pc:spChg chg="mod">
          <ac:chgData name="Q Z" userId="0598117016cd6850" providerId="LiveId" clId="{D2FDEEAF-84E1-154D-A946-0BAEA53F7449}" dt="2019-09-04T18:17:52.749" v="841" actId="20577"/>
          <ac:spMkLst>
            <pc:docMk/>
            <pc:sldMk cId="3105363865" sldId="302"/>
            <ac:spMk id="3" creationId="{524CCAD7-23D9-E84C-8DAC-C00F9425778D}"/>
          </ac:spMkLst>
        </pc:spChg>
      </pc:sldChg>
      <pc:sldChg chg="del">
        <pc:chgData name="Q Z" userId="0598117016cd6850" providerId="LiveId" clId="{D2FDEEAF-84E1-154D-A946-0BAEA53F7449}" dt="2019-09-04T14:50:58.827" v="41" actId="2696"/>
        <pc:sldMkLst>
          <pc:docMk/>
          <pc:sldMk cId="3428064723" sldId="302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657279489" sldId="303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062287952" sldId="304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590203373" sldId="305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71758653" sldId="30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989142146" sldId="30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3545004305" sldId="308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581332896" sldId="309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4283312347" sldId="310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278548823" sldId="311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187985168" sldId="312"/>
        </pc:sldMkLst>
      </pc:sldChg>
      <pc:sldChg chg="modSp add">
        <pc:chgData name="Q Z" userId="0598117016cd6850" providerId="LiveId" clId="{D2FDEEAF-84E1-154D-A946-0BAEA53F7449}" dt="2019-09-04T18:17:04.231" v="718" actId="27636"/>
        <pc:sldMkLst>
          <pc:docMk/>
          <pc:sldMk cId="758662977" sldId="313"/>
        </pc:sldMkLst>
        <pc:spChg chg="mod">
          <ac:chgData name="Q Z" userId="0598117016cd6850" providerId="LiveId" clId="{D2FDEEAF-84E1-154D-A946-0BAEA53F7449}" dt="2019-09-04T18:17:04.231" v="718" actId="27636"/>
          <ac:spMkLst>
            <pc:docMk/>
            <pc:sldMk cId="758662977" sldId="313"/>
            <ac:spMk id="3" creationId="{ECDE4A1C-2F14-8F49-8E66-0CAD7BB35774}"/>
          </ac:spMkLst>
        </pc:spChg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806699933" sldId="314"/>
        </pc:sldMkLst>
      </pc:sldChg>
      <pc:sldChg chg="modSp add">
        <pc:chgData name="Q Z" userId="0598117016cd6850" providerId="LiveId" clId="{D2FDEEAF-84E1-154D-A946-0BAEA53F7449}" dt="2019-09-04T18:17:04.304" v="719" actId="27636"/>
        <pc:sldMkLst>
          <pc:docMk/>
          <pc:sldMk cId="690263055" sldId="315"/>
        </pc:sldMkLst>
        <pc:spChg chg="mod">
          <ac:chgData name="Q Z" userId="0598117016cd6850" providerId="LiveId" clId="{D2FDEEAF-84E1-154D-A946-0BAEA53F7449}" dt="2019-09-04T18:17:04.304" v="719" actId="27636"/>
          <ac:spMkLst>
            <pc:docMk/>
            <pc:sldMk cId="690263055" sldId="315"/>
            <ac:spMk id="3" creationId="{833E0AB9-AE05-854F-B0E8-CCE667980C18}"/>
          </ac:spMkLst>
        </pc:spChg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1334250750" sldId="316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607632866" sldId="317"/>
        </pc:sldMkLst>
      </pc:sldChg>
      <pc:sldChg chg="add">
        <pc:chgData name="Q Z" userId="0598117016cd6850" providerId="LiveId" clId="{D2FDEEAF-84E1-154D-A946-0BAEA53F7449}" dt="2019-09-04T18:17:03.924" v="714"/>
        <pc:sldMkLst>
          <pc:docMk/>
          <pc:sldMk cId="2608597354" sldId="318"/>
        </pc:sldMkLst>
      </pc:sldChg>
      <pc:sldChg chg="modSp add">
        <pc:chgData name="Q Z" userId="0598117016cd6850" providerId="LiveId" clId="{D2FDEEAF-84E1-154D-A946-0BAEA53F7449}" dt="2019-09-04T18:21:23.153" v="1262" actId="20577"/>
        <pc:sldMkLst>
          <pc:docMk/>
          <pc:sldMk cId="2458459384" sldId="319"/>
        </pc:sldMkLst>
        <pc:spChg chg="mod">
          <ac:chgData name="Q Z" userId="0598117016cd6850" providerId="LiveId" clId="{D2FDEEAF-84E1-154D-A946-0BAEA53F7449}" dt="2019-09-04T18:18:07.927" v="853" actId="20577"/>
          <ac:spMkLst>
            <pc:docMk/>
            <pc:sldMk cId="2458459384" sldId="319"/>
            <ac:spMk id="2" creationId="{0AEC5667-D50F-3E47-A4DA-BC797509AD6B}"/>
          </ac:spMkLst>
        </pc:spChg>
        <pc:spChg chg="mod">
          <ac:chgData name="Q Z" userId="0598117016cd6850" providerId="LiveId" clId="{D2FDEEAF-84E1-154D-A946-0BAEA53F7449}" dt="2019-09-04T18:21:23.153" v="1262" actId="20577"/>
          <ac:spMkLst>
            <pc:docMk/>
            <pc:sldMk cId="2458459384" sldId="319"/>
            <ac:spMk id="3" creationId="{8232105E-677A-EF4D-B7AC-71CF68479263}"/>
          </ac:spMkLst>
        </pc:spChg>
      </pc:sldChg>
    </pc:docChg>
  </pc:docChgLst>
  <pc:docChgLst>
    <pc:chgData name="Q Z" userId="0598117016cd6850" providerId="LiveId" clId="{2BA66019-4591-C846-9028-2CD292E1765D}"/>
    <pc:docChg chg="undo custSel addSld delSld modSld">
      <pc:chgData name="Q Z" userId="0598117016cd6850" providerId="LiveId" clId="{2BA66019-4591-C846-9028-2CD292E1765D}" dt="2020-09-02T18:14:30.582" v="379" actId="2696"/>
      <pc:docMkLst>
        <pc:docMk/>
      </pc:docMkLst>
      <pc:sldChg chg="modSp mod">
        <pc:chgData name="Q Z" userId="0598117016cd6850" providerId="LiveId" clId="{2BA66019-4591-C846-9028-2CD292E1765D}" dt="2020-09-02T17:54:00.188" v="147" actId="404"/>
        <pc:sldMkLst>
          <pc:docMk/>
          <pc:sldMk cId="2090911193" sldId="260"/>
        </pc:sldMkLst>
        <pc:spChg chg="mod">
          <ac:chgData name="Q Z" userId="0598117016cd6850" providerId="LiveId" clId="{2BA66019-4591-C846-9028-2CD292E1765D}" dt="2020-09-02T17:54:00.188" v="147" actId="404"/>
          <ac:spMkLst>
            <pc:docMk/>
            <pc:sldMk cId="2090911193" sldId="260"/>
            <ac:spMk id="3" creationId="{858FDFE8-5660-3142-B97F-1D1C17F05F34}"/>
          </ac:spMkLst>
        </pc:spChg>
      </pc:sldChg>
      <pc:sldChg chg="modSp mod">
        <pc:chgData name="Q Z" userId="0598117016cd6850" providerId="LiveId" clId="{2BA66019-4591-C846-9028-2CD292E1765D}" dt="2020-09-02T18:06:08.458" v="310" actId="1076"/>
        <pc:sldMkLst>
          <pc:docMk/>
          <pc:sldMk cId="3690723403" sldId="279"/>
        </pc:sldMkLst>
        <pc:picChg chg="mod">
          <ac:chgData name="Q Z" userId="0598117016cd6850" providerId="LiveId" clId="{2BA66019-4591-C846-9028-2CD292E1765D}" dt="2020-09-02T18:06:08.458" v="310" actId="1076"/>
          <ac:picMkLst>
            <pc:docMk/>
            <pc:sldMk cId="3690723403" sldId="279"/>
            <ac:picMk id="4" creationId="{2B40250E-5C73-B04A-BBCC-724D95A16E1D}"/>
          </ac:picMkLst>
        </pc:picChg>
      </pc:sldChg>
      <pc:sldChg chg="modSp mod">
        <pc:chgData name="Q Z" userId="0598117016cd6850" providerId="LiveId" clId="{2BA66019-4591-C846-9028-2CD292E1765D}" dt="2020-09-02T17:57:35.733" v="206" actId="20577"/>
        <pc:sldMkLst>
          <pc:docMk/>
          <pc:sldMk cId="1668323801" sldId="300"/>
        </pc:sldMkLst>
        <pc:spChg chg="mod">
          <ac:chgData name="Q Z" userId="0598117016cd6850" providerId="LiveId" clId="{2BA66019-4591-C846-9028-2CD292E1765D}" dt="2020-09-02T17:57:35.733" v="206" actId="20577"/>
          <ac:spMkLst>
            <pc:docMk/>
            <pc:sldMk cId="1668323801" sldId="300"/>
            <ac:spMk id="3" creationId="{551CAB00-106C-FD48-80DB-4E60597D50E9}"/>
          </ac:spMkLst>
        </pc:spChg>
      </pc:sldChg>
      <pc:sldChg chg="modSp mod">
        <pc:chgData name="Q Z" userId="0598117016cd6850" providerId="LiveId" clId="{2BA66019-4591-C846-9028-2CD292E1765D}" dt="2020-09-02T18:04:21" v="307" actId="20577"/>
        <pc:sldMkLst>
          <pc:docMk/>
          <pc:sldMk cId="2458459384" sldId="319"/>
        </pc:sldMkLst>
        <pc:spChg chg="mod">
          <ac:chgData name="Q Z" userId="0598117016cd6850" providerId="LiveId" clId="{2BA66019-4591-C846-9028-2CD292E1765D}" dt="2020-09-02T18:04:21" v="307" actId="20577"/>
          <ac:spMkLst>
            <pc:docMk/>
            <pc:sldMk cId="2458459384" sldId="319"/>
            <ac:spMk id="3" creationId="{8232105E-677A-EF4D-B7AC-71CF68479263}"/>
          </ac:spMkLst>
        </pc:spChg>
      </pc:sldChg>
      <pc:sldChg chg="del">
        <pc:chgData name="Q Z" userId="0598117016cd6850" providerId="LiveId" clId="{2BA66019-4591-C846-9028-2CD292E1765D}" dt="2020-09-02T18:14:30.582" v="379" actId="2696"/>
        <pc:sldMkLst>
          <pc:docMk/>
          <pc:sldMk cId="1315374295" sldId="324"/>
        </pc:sldMkLst>
      </pc:sldChg>
      <pc:sldChg chg="addSp modSp add mod">
        <pc:chgData name="Q Z" userId="0598117016cd6850" providerId="LiveId" clId="{2BA66019-4591-C846-9028-2CD292E1765D}" dt="2020-09-02T18:10:24.651" v="378" actId="1076"/>
        <pc:sldMkLst>
          <pc:docMk/>
          <pc:sldMk cId="1771734156" sldId="326"/>
        </pc:sldMkLst>
        <pc:spChg chg="mod">
          <ac:chgData name="Q Z" userId="0598117016cd6850" providerId="LiveId" clId="{2BA66019-4591-C846-9028-2CD292E1765D}" dt="2020-09-02T18:07:38.347" v="353" actId="20577"/>
          <ac:spMkLst>
            <pc:docMk/>
            <pc:sldMk cId="1771734156" sldId="326"/>
            <ac:spMk id="2" creationId="{B9E0B195-2247-F141-ACF4-E4A1A8DA7C76}"/>
          </ac:spMkLst>
        </pc:spChg>
        <pc:spChg chg="mod">
          <ac:chgData name="Q Z" userId="0598117016cd6850" providerId="LiveId" clId="{2BA66019-4591-C846-9028-2CD292E1765D}" dt="2020-09-02T18:09:33.994" v="372" actId="404"/>
          <ac:spMkLst>
            <pc:docMk/>
            <pc:sldMk cId="1771734156" sldId="326"/>
            <ac:spMk id="3" creationId="{3541D7D8-FD16-F344-A89A-0C487F5F535C}"/>
          </ac:spMkLst>
        </pc:spChg>
        <pc:picChg chg="add mod">
          <ac:chgData name="Q Z" userId="0598117016cd6850" providerId="LiveId" clId="{2BA66019-4591-C846-9028-2CD292E1765D}" dt="2020-09-02T18:09:14.362" v="355" actId="1076"/>
          <ac:picMkLst>
            <pc:docMk/>
            <pc:sldMk cId="1771734156" sldId="326"/>
            <ac:picMk id="4" creationId="{28A2F7EC-1506-584F-9F84-478CF2DAE9A0}"/>
          </ac:picMkLst>
        </pc:picChg>
        <pc:picChg chg="add mod">
          <ac:chgData name="Q Z" userId="0598117016cd6850" providerId="LiveId" clId="{2BA66019-4591-C846-9028-2CD292E1765D}" dt="2020-09-02T18:10:24.651" v="378" actId="1076"/>
          <ac:picMkLst>
            <pc:docMk/>
            <pc:sldMk cId="1771734156" sldId="326"/>
            <ac:picMk id="1026" creationId="{06B1BA0E-569A-9645-9A7C-B513FF505C70}"/>
          </ac:picMkLst>
        </pc:picChg>
      </pc:sldChg>
    </pc:docChg>
  </pc:docChgLst>
  <pc:docChgLst>
    <pc:chgData name="Q Z" userId="0598117016cd6850" providerId="LiveId" clId="{3351F81B-803C-2C49-B9B7-94669ACAE3A8}"/>
    <pc:docChg chg="addSld modSld">
      <pc:chgData name="Q Z" userId="0598117016cd6850" providerId="LiveId" clId="{3351F81B-803C-2C49-B9B7-94669ACAE3A8}" dt="2020-09-03T09:04:41.933" v="55" actId="207"/>
      <pc:docMkLst>
        <pc:docMk/>
      </pc:docMkLst>
      <pc:sldChg chg="modSp">
        <pc:chgData name="Q Z" userId="0598117016cd6850" providerId="LiveId" clId="{3351F81B-803C-2C49-B9B7-94669ACAE3A8}" dt="2020-09-03T09:04:41.933" v="55" actId="207"/>
        <pc:sldMkLst>
          <pc:docMk/>
          <pc:sldMk cId="581332896" sldId="309"/>
        </pc:sldMkLst>
        <pc:spChg chg="mod">
          <ac:chgData name="Q Z" userId="0598117016cd6850" providerId="LiveId" clId="{3351F81B-803C-2C49-B9B7-94669ACAE3A8}" dt="2020-09-03T09:04:41.933" v="55" actId="207"/>
          <ac:spMkLst>
            <pc:docMk/>
            <pc:sldMk cId="581332896" sldId="309"/>
            <ac:spMk id="3" creationId="{1B15B996-5952-CA44-90B0-02ABAA4EAC6C}"/>
          </ac:spMkLst>
        </pc:spChg>
      </pc:sldChg>
      <pc:sldChg chg="addSp delSp modSp add">
        <pc:chgData name="Q Z" userId="0598117016cd6850" providerId="LiveId" clId="{3351F81B-803C-2C49-B9B7-94669ACAE3A8}" dt="2020-09-03T07:22:19.689" v="50" actId="1076"/>
        <pc:sldMkLst>
          <pc:docMk/>
          <pc:sldMk cId="2223405279" sldId="327"/>
        </pc:sldMkLst>
        <pc:spChg chg="mod">
          <ac:chgData name="Q Z" userId="0598117016cd6850" providerId="LiveId" clId="{3351F81B-803C-2C49-B9B7-94669ACAE3A8}" dt="2020-09-03T06:59:39.432" v="3"/>
          <ac:spMkLst>
            <pc:docMk/>
            <pc:sldMk cId="2223405279" sldId="327"/>
            <ac:spMk id="2" creationId="{1387362F-A24A-6342-BAAE-FACB800A3028}"/>
          </ac:spMkLst>
        </pc:spChg>
        <pc:spChg chg="mod">
          <ac:chgData name="Q Z" userId="0598117016cd6850" providerId="LiveId" clId="{3351F81B-803C-2C49-B9B7-94669ACAE3A8}" dt="2020-09-03T07:01:37.255" v="17" actId="14100"/>
          <ac:spMkLst>
            <pc:docMk/>
            <pc:sldMk cId="2223405279" sldId="327"/>
            <ac:spMk id="3" creationId="{09CB959C-A4EF-9742-8A17-1FEE29A4E276}"/>
          </ac:spMkLst>
        </pc:spChg>
        <pc:picChg chg="add del mod">
          <ac:chgData name="Q Z" userId="0598117016cd6850" providerId="LiveId" clId="{3351F81B-803C-2C49-B9B7-94669ACAE3A8}" dt="2020-09-03T07:03:47.855" v="32" actId="21"/>
          <ac:picMkLst>
            <pc:docMk/>
            <pc:sldMk cId="2223405279" sldId="327"/>
            <ac:picMk id="1026" creationId="{2CC0705B-C583-EB44-A6F0-3D7914EA4F67}"/>
          </ac:picMkLst>
        </pc:picChg>
        <pc:picChg chg="add del mod">
          <ac:chgData name="Q Z" userId="0598117016cd6850" providerId="LiveId" clId="{3351F81B-803C-2C49-B9B7-94669ACAE3A8}" dt="2020-09-03T07:03:47.855" v="32" actId="21"/>
          <ac:picMkLst>
            <pc:docMk/>
            <pc:sldMk cId="2223405279" sldId="327"/>
            <ac:picMk id="1028" creationId="{3C27A4E4-1D03-A64E-AD97-BCA56FBF8CD3}"/>
          </ac:picMkLst>
        </pc:picChg>
        <pc:picChg chg="add del mod">
          <ac:chgData name="Q Z" userId="0598117016cd6850" providerId="LiveId" clId="{3351F81B-803C-2C49-B9B7-94669ACAE3A8}" dt="2020-09-03T07:01:38.281" v="18"/>
          <ac:picMkLst>
            <pc:docMk/>
            <pc:sldMk cId="2223405279" sldId="327"/>
            <ac:picMk id="1030" creationId="{342F3586-D385-E742-A2C2-22F776B620DD}"/>
          </ac:picMkLst>
        </pc:picChg>
        <pc:picChg chg="add mod">
          <ac:chgData name="Q Z" userId="0598117016cd6850" providerId="LiveId" clId="{3351F81B-803C-2C49-B9B7-94669ACAE3A8}" dt="2020-09-03T07:22:19.689" v="50" actId="1076"/>
          <ac:picMkLst>
            <pc:docMk/>
            <pc:sldMk cId="2223405279" sldId="327"/>
            <ac:picMk id="1032" creationId="{51408161-DC70-BF41-B4E9-3A5ED79BA1B9}"/>
          </ac:picMkLst>
        </pc:picChg>
      </pc:sldChg>
      <pc:sldChg chg="addSp modSp add">
        <pc:chgData name="Q Z" userId="0598117016cd6850" providerId="LiveId" clId="{3351F81B-803C-2C49-B9B7-94669ACAE3A8}" dt="2020-09-03T07:04:16.074" v="38" actId="1076"/>
        <pc:sldMkLst>
          <pc:docMk/>
          <pc:sldMk cId="2711338742" sldId="328"/>
        </pc:sldMkLst>
        <pc:spChg chg="mod">
          <ac:chgData name="Q Z" userId="0598117016cd6850" providerId="LiveId" clId="{3351F81B-803C-2C49-B9B7-94669ACAE3A8}" dt="2020-09-03T07:03:29.915" v="31"/>
          <ac:spMkLst>
            <pc:docMk/>
            <pc:sldMk cId="2711338742" sldId="328"/>
            <ac:spMk id="2" creationId="{AC25ADB1-CF40-D540-82AD-CA29789D7DDA}"/>
          </ac:spMkLst>
        </pc:spChg>
        <pc:spChg chg="mod">
          <ac:chgData name="Q Z" userId="0598117016cd6850" providerId="LiveId" clId="{3351F81B-803C-2C49-B9B7-94669ACAE3A8}" dt="2020-09-03T07:02:22.768" v="26"/>
          <ac:spMkLst>
            <pc:docMk/>
            <pc:sldMk cId="2711338742" sldId="328"/>
            <ac:spMk id="3" creationId="{932B9BCA-7B9C-DF45-B6F8-04054E4A03F1}"/>
          </ac:spMkLst>
        </pc:spChg>
        <pc:picChg chg="add mod">
          <ac:chgData name="Q Z" userId="0598117016cd6850" providerId="LiveId" clId="{3351F81B-803C-2C49-B9B7-94669ACAE3A8}" dt="2020-09-03T07:04:16.074" v="38" actId="1076"/>
          <ac:picMkLst>
            <pc:docMk/>
            <pc:sldMk cId="2711338742" sldId="328"/>
            <ac:picMk id="4" creationId="{C25F8C83-F8D4-DD42-A362-8C519A77A271}"/>
          </ac:picMkLst>
        </pc:picChg>
      </pc:sldChg>
      <pc:sldChg chg="addSp delSp modSp add">
        <pc:chgData name="Q Z" userId="0598117016cd6850" providerId="LiveId" clId="{3351F81B-803C-2C49-B9B7-94669ACAE3A8}" dt="2020-09-03T07:05:16.381" v="42" actId="1076"/>
        <pc:sldMkLst>
          <pc:docMk/>
          <pc:sldMk cId="2580820078" sldId="329"/>
        </pc:sldMkLst>
        <pc:picChg chg="add mod">
          <ac:chgData name="Q Z" userId="0598117016cd6850" providerId="LiveId" clId="{3351F81B-803C-2C49-B9B7-94669ACAE3A8}" dt="2020-09-03T07:04:03.759" v="34"/>
          <ac:picMkLst>
            <pc:docMk/>
            <pc:sldMk cId="2580820078" sldId="329"/>
            <ac:picMk id="4" creationId="{23E38AF4-EE30-9748-8A9A-36C60CF5EA36}"/>
          </ac:picMkLst>
        </pc:picChg>
        <pc:picChg chg="add del mod">
          <ac:chgData name="Q Z" userId="0598117016cd6850" providerId="LiveId" clId="{3351F81B-803C-2C49-B9B7-94669ACAE3A8}" dt="2020-09-03T07:05:06.740" v="39" actId="1076"/>
          <ac:picMkLst>
            <pc:docMk/>
            <pc:sldMk cId="2580820078" sldId="329"/>
            <ac:picMk id="5" creationId="{E736130E-66FA-2E44-A00B-1FC5AD39B6DF}"/>
          </ac:picMkLst>
        </pc:picChg>
        <pc:picChg chg="add mod">
          <ac:chgData name="Q Z" userId="0598117016cd6850" providerId="LiveId" clId="{3351F81B-803C-2C49-B9B7-94669ACAE3A8}" dt="2020-09-03T07:05:16.381" v="42" actId="1076"/>
          <ac:picMkLst>
            <pc:docMk/>
            <pc:sldMk cId="2580820078" sldId="329"/>
            <ac:picMk id="2050" creationId="{885110A3-036A-974F-915C-551E62C9FA11}"/>
          </ac:picMkLst>
        </pc:picChg>
      </pc:sldChg>
      <pc:sldChg chg="addSp modSp add">
        <pc:chgData name="Q Z" userId="0598117016cd6850" providerId="LiveId" clId="{3351F81B-803C-2C49-B9B7-94669ACAE3A8}" dt="2020-09-03T07:23:27.125" v="54" actId="1076"/>
        <pc:sldMkLst>
          <pc:docMk/>
          <pc:sldMk cId="2355989735" sldId="330"/>
        </pc:sldMkLst>
        <pc:picChg chg="add mod">
          <ac:chgData name="Q Z" userId="0598117016cd6850" providerId="LiveId" clId="{3351F81B-803C-2C49-B9B7-94669ACAE3A8}" dt="2020-09-03T07:23:27.125" v="54" actId="1076"/>
          <ac:picMkLst>
            <pc:docMk/>
            <pc:sldMk cId="2355989735" sldId="330"/>
            <ac:picMk id="4098" creationId="{7CFFEB50-B1F5-4D46-8D41-1D790CF5C271}"/>
          </ac:picMkLst>
        </pc:picChg>
      </pc:sldChg>
      <pc:sldChg chg="modSp add">
        <pc:chgData name="Q Z" userId="0598117016cd6850" providerId="LiveId" clId="{3351F81B-803C-2C49-B9B7-94669ACAE3A8}" dt="2020-09-03T07:20:48.810" v="47" actId="20577"/>
        <pc:sldMkLst>
          <pc:docMk/>
          <pc:sldMk cId="3730086564" sldId="331"/>
        </pc:sldMkLst>
        <pc:spChg chg="mod">
          <ac:chgData name="Q Z" userId="0598117016cd6850" providerId="LiveId" clId="{3351F81B-803C-2C49-B9B7-94669ACAE3A8}" dt="2020-09-03T07:20:48.810" v="47" actId="20577"/>
          <ac:spMkLst>
            <pc:docMk/>
            <pc:sldMk cId="3730086564" sldId="331"/>
            <ac:spMk id="3" creationId="{52F30828-5CE0-BC4B-9D54-707C0B699C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72524C-7966-684C-BDC9-CFD451BFAD4B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06C42A-5AA1-B144-8688-E824ABDD9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54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Early Warning of Brand Risk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Behavioral signal: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Spikes in negative sentiment, deletions, hostile replies, unfollows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 benefit: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Detect a crisis before it trends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77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FF0000"/>
                </a:solidFill>
              </a:rPr>
              <a:t>Endorsement</a:t>
            </a:r>
            <a:r>
              <a:rPr lang="en-US" sz="1200" dirty="0"/>
              <a:t> is a features of social media that lets people endorse and approve other people, products, and services.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23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Collections 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485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Metric icons.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55361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simple adoption / retention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541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network quickly converges into two or more segregated and homogeneous echo-chambers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06C42A-5AA1-B144-8688-E824ABDD91B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71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LM Sans 12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3F61BB81-E92A-AC43-843A-E4F6CBA4F63C}" type="datetimeFigureOut">
              <a:rPr lang="en-US" smtClean="0"/>
              <a:pPr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15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LM Sans 12" panose="000005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  <a:lvl2pPr>
              <a:defRPr>
                <a:latin typeface="LM Sans 12" panose="00000500000000000000" pitchFamily="50" charset="0"/>
              </a:defRPr>
            </a:lvl2pPr>
            <a:lvl3pPr>
              <a:defRPr>
                <a:latin typeface="LM Sans 12" panose="00000500000000000000" pitchFamily="50" charset="0"/>
              </a:defRPr>
            </a:lvl3pPr>
            <a:lvl4pPr>
              <a:defRPr>
                <a:latin typeface="LM Sans 12" panose="00000500000000000000" pitchFamily="50" charset="0"/>
              </a:defRPr>
            </a:lvl4pPr>
            <a:lvl5pPr>
              <a:defRPr>
                <a:latin typeface="LM Sans 12" panose="00000500000000000000" pitchFamily="50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3F61BB81-E92A-AC43-843A-E4F6CBA4F63C}" type="datetimeFigureOut">
              <a:rPr lang="en-US" smtClean="0"/>
              <a:pPr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M Sans 12" panose="00000500000000000000" pitchFamily="50" charset="0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38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5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Abadi MT Condensed Extra Bold" panose="020B0306030101010103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  <a:lvl2pPr>
              <a:defRPr>
                <a:latin typeface="Abadi MT Condensed Light" panose="020B0306030101010103" pitchFamily="34" charset="77"/>
              </a:defRPr>
            </a:lvl2pPr>
            <a:lvl3pPr>
              <a:defRPr>
                <a:latin typeface="Abadi MT Condensed Light" panose="020B0306030101010103" pitchFamily="34" charset="77"/>
              </a:defRPr>
            </a:lvl3pPr>
            <a:lvl4pPr>
              <a:defRPr>
                <a:latin typeface="Abadi MT Condensed Light" panose="020B0306030101010103" pitchFamily="34" charset="77"/>
              </a:defRPr>
            </a:lvl4pPr>
            <a:lvl5pPr>
              <a:defRPr>
                <a:latin typeface="Abadi MT Condensed Light" panose="020B0306030101010103" pitchFamily="34" charset="77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3F61BB81-E92A-AC43-843A-E4F6CBA4F63C}" type="datetimeFigureOut">
              <a:rPr lang="en-US" smtClean="0"/>
              <a:pPr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1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95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24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540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82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10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05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1BB81-E92A-AC43-843A-E4F6CBA4F63C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CFA791-3060-7643-8677-86D470F57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15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29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62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607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300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10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101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298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5825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4412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526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3F61BB81-E92A-AC43-843A-E4F6CBA4F63C}" type="datetimeFigureOut">
              <a:rPr lang="en-US" smtClean="0"/>
              <a:pPr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badi MT Condensed Light" panose="020B0306030101010103" pitchFamily="34" charset="77"/>
              </a:defRPr>
            </a:lvl1pPr>
          </a:lstStyle>
          <a:p>
            <a:fld id="{6DCFA791-3060-7643-8677-86D470F575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48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badi MT Condensed Extra Bold" panose="020B03060301010101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 MT Condensed Light" panose="020B03060301010101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26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BB8D86-7309-C04C-901B-36514C381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9" y="3429000"/>
            <a:ext cx="6858000" cy="2136153"/>
          </a:xfrm>
        </p:spPr>
        <p:txBody>
          <a:bodyPr>
            <a:normAutofit lnSpcReduction="10000"/>
          </a:bodyPr>
          <a:lstStyle/>
          <a:p>
            <a:endParaRPr lang="en-US" dirty="0">
              <a:latin typeface="LM Sans 12" panose="00000500000000000000" pitchFamily="50" charset="0"/>
              <a:ea typeface="Apple Symbols" panose="02000000000000000000" pitchFamily="2" charset="-79"/>
              <a:cs typeface="Apple Symbols" panose="02000000000000000000" pitchFamily="2" charset="-79"/>
            </a:endParaRP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Hao PENG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Department of Data Science</a:t>
            </a:r>
          </a:p>
          <a:p>
            <a:r>
              <a:rPr lang="en-US" dirty="0"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City University of Hong Kong</a:t>
            </a:r>
          </a:p>
          <a:p>
            <a:r>
              <a:rPr lang="en-US" dirty="0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https://</a:t>
            </a:r>
            <a:r>
              <a:rPr lang="en-US" dirty="0" err="1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haoopeng.github.io</a:t>
            </a:r>
            <a:r>
              <a:rPr lang="en-US" dirty="0">
                <a:solidFill>
                  <a:srgbClr val="0019FF"/>
                </a:solidFill>
                <a:latin typeface="LM Sans 12" panose="00000500000000000000" pitchFamily="50" charset="0"/>
                <a:ea typeface="Apple Symbols" panose="02000000000000000000" pitchFamily="2" charset="-79"/>
                <a:cs typeface="Apple Symbols" panose="02000000000000000000" pitchFamily="2" charset="-79"/>
              </a:rPr>
              <a:t>/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F84287C-BF10-3660-A1AF-53A33D3EC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602" y="1413845"/>
            <a:ext cx="7746794" cy="1729289"/>
          </a:xfrm>
        </p:spPr>
        <p:txBody>
          <a:bodyPr>
            <a:normAutofit fontScale="90000"/>
          </a:bodyPr>
          <a:lstStyle/>
          <a:p>
            <a:r>
              <a:rPr lang="en-US" dirty="0"/>
              <a:t>DSC3013 Intro. to Social</a:t>
            </a:r>
            <a:br>
              <a:rPr lang="en-US" dirty="0"/>
            </a:br>
            <a:r>
              <a:rPr lang="en-US" dirty="0"/>
              <a:t>Media Analytics (</a:t>
            </a:r>
            <a:r>
              <a:rPr lang="en-US" dirty="0" err="1"/>
              <a:t>Lec</a:t>
            </a:r>
            <a:r>
              <a:rPr lang="en-US" dirty="0"/>
              <a:t>. 7)</a:t>
            </a:r>
          </a:p>
        </p:txBody>
      </p:sp>
    </p:spTree>
    <p:extLst>
      <p:ext uri="{BB962C8B-B14F-4D97-AF65-F5344CB8AC3E}">
        <p14:creationId xmlns:p14="http://schemas.microsoft.com/office/powerpoint/2010/main" val="1060034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Learning </a:t>
            </a:r>
            <a:r>
              <a:rPr lang="en-US" dirty="0"/>
              <a:t>o</a:t>
            </a:r>
            <a:r>
              <a:rPr dirty="0"/>
              <a:t>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3159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By the end of this lecture, you will be able to:</a:t>
            </a:r>
            <a:endParaRPr lang="en-US" dirty="0"/>
          </a:p>
          <a:p>
            <a:pPr algn="l">
              <a:defRPr sz="2400" b="1">
                <a:solidFill>
                  <a:srgbClr val="1A1A2E"/>
                </a:solidFill>
                <a:latin typeface="Latin Modern Sans"/>
              </a:defRPr>
            </a:pPr>
            <a:endParaRPr dirty="0"/>
          </a:p>
          <a:p>
            <a:pPr algn="l">
              <a:spcAft>
                <a:spcPts val="800"/>
              </a:spcAft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sz="2000" dirty="0"/>
              <a:t>- Distinguish between </a:t>
            </a:r>
            <a:r>
              <a:rPr sz="2000" u="sng" dirty="0"/>
              <a:t>user profiling</a:t>
            </a:r>
            <a:r>
              <a:rPr sz="2000" dirty="0"/>
              <a:t> and </a:t>
            </a:r>
            <a:r>
              <a:rPr sz="2000" u="sng" dirty="0"/>
              <a:t>behavioral analysis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sz="2000" dirty="0"/>
              <a:t>- Formulate engagement prediction tasks and </a:t>
            </a:r>
            <a:r>
              <a:rPr sz="2000" u="sng" dirty="0"/>
              <a:t>select appropriate features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sz="2000" dirty="0"/>
              <a:t>- Explain adoption and retention as user lifecycle stages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sz="2000" dirty="0"/>
              <a:t>- Describe how </a:t>
            </a:r>
            <a:r>
              <a:rPr sz="2000" u="sng" dirty="0"/>
              <a:t>political polarization is measured</a:t>
            </a:r>
            <a:r>
              <a:rPr sz="2000" dirty="0"/>
              <a:t> from social media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sz="2000" dirty="0"/>
              <a:t>- </a:t>
            </a:r>
            <a:r>
              <a:rPr lang="en-US" sz="2000" dirty="0"/>
              <a:t>Understand </a:t>
            </a:r>
            <a:r>
              <a:rPr sz="2000" dirty="0"/>
              <a:t>user segmentation and personalization concepts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sz="2000" dirty="0"/>
              <a:t>- Evaluate the ethical implications of behavioral</a:t>
            </a:r>
            <a:r>
              <a:rPr lang="en-US" sz="2000" dirty="0"/>
              <a:t> prediction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Agenda for this week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D50F03-748D-83BE-304B-25AD9AD37203}"/>
              </a:ext>
            </a:extLst>
          </p:cNvPr>
          <p:cNvSpPr txBox="1">
            <a:spLocks/>
          </p:cNvSpPr>
          <p:nvPr/>
        </p:nvSpPr>
        <p:spPr>
          <a:xfrm>
            <a:off x="628650" y="1702078"/>
            <a:ext cx="7886700" cy="4645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Social media action analytics</a:t>
            </a:r>
          </a:p>
          <a:p>
            <a:pPr lvl="1"/>
            <a:r>
              <a:rPr lang="en-US" dirty="0"/>
              <a:t>Actions reveal insights about behavior</a:t>
            </a:r>
          </a:p>
          <a:p>
            <a:r>
              <a:rPr lang="en-US" dirty="0"/>
              <a:t>User-level behavior</a:t>
            </a:r>
          </a:p>
          <a:p>
            <a:pPr lvl="1"/>
            <a:r>
              <a:rPr lang="en-US" dirty="0"/>
              <a:t>Engagement prediction</a:t>
            </a:r>
          </a:p>
          <a:p>
            <a:pPr lvl="1"/>
            <a:r>
              <a:rPr lang="en-US" dirty="0"/>
              <a:t>Change in user behavior</a:t>
            </a:r>
          </a:p>
          <a:p>
            <a:r>
              <a:rPr lang="en-US" dirty="0"/>
              <a:t>Community-level behavior</a:t>
            </a:r>
          </a:p>
          <a:p>
            <a:pPr lvl="1"/>
            <a:r>
              <a:rPr lang="en-US" dirty="0"/>
              <a:t>Polarization</a:t>
            </a:r>
          </a:p>
          <a:p>
            <a:pPr lvl="1"/>
            <a:r>
              <a:rPr lang="en-US" dirty="0"/>
              <a:t>Success / growth</a:t>
            </a:r>
          </a:p>
          <a:p>
            <a:pPr lvl="1"/>
            <a:r>
              <a:rPr lang="en-US" dirty="0"/>
              <a:t>Collective action (e.g., OSM)</a:t>
            </a:r>
          </a:p>
          <a:p>
            <a:r>
              <a:rPr lang="en-US" dirty="0"/>
              <a:t>Personalization &amp;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346380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>
                <a:solidFill>
                  <a:srgbClr val="1A1A2E"/>
                </a:solidFill>
                <a:latin typeface="Latin Modern Sans"/>
              </a:defRPr>
            </a:pPr>
            <a:r>
              <a:rPr kumimoji="0" sz="3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From User Profiling to Behavioral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4980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User profiling asked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: Who is this user?</a:t>
            </a:r>
            <a:b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[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Gender, age, ethnicity, personality, mental health, political affiliation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]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8046720" cy="146304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74980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Behavioral </a:t>
            </a:r>
            <a:r>
              <a:rPr lang="en-US" sz="2400" dirty="0">
                <a:solidFill>
                  <a:srgbClr val="C00000"/>
                </a:solidFill>
                <a:latin typeface="Latin Modern Sans"/>
              </a:rPr>
              <a:t>Q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asks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: What does this user do, and do next?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lvl="0" defTabSz="457200">
              <a:defRPr sz="1800" b="0">
                <a:solidFill>
                  <a:srgbClr val="1A1A2E"/>
                </a:solidFill>
                <a:latin typeface="Latin Modern Sans"/>
              </a:defRPr>
            </a:pPr>
            <a:b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[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Will they adopt, stay, </a:t>
            </a:r>
            <a:r>
              <a:rPr lang="en-US" sz="2000" dirty="0">
                <a:solidFill>
                  <a:srgbClr val="1A1A2E"/>
                </a:solidFill>
                <a:latin typeface="Latin Modern Sans"/>
              </a:rPr>
              <a:t>engage, share, or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churn, polarize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, strike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?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]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804672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Core distinction: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Profiling predicts attributes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(micro-level)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Behavioral analysis predicts actions and dynamics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92373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Why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b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ehavior </a:t>
            </a:r>
            <a:r>
              <a:rPr lang="en-US" sz="4400" dirty="0">
                <a:solidFill>
                  <a:srgbClr val="1A1A2E"/>
                </a:solidFill>
                <a:latin typeface="Latin Modern Sans"/>
              </a:rPr>
              <a:t>m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atters</a:t>
            </a:r>
            <a:endParaRPr kumimoji="0" sz="44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598213"/>
            <a:ext cx="8595360" cy="2795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Platforms optimize for engagement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Advertisers buy predicted behavior, not just demographics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Researchers study behavior to understand collective phenomena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Regulators worry about behavioral manipulation and addiction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lang="en-US" sz="2400" dirty="0">
                <a:solidFill>
                  <a:srgbClr val="C00000"/>
                </a:solidFill>
                <a:latin typeface="Latin Modern Sans"/>
              </a:rPr>
              <a:t>- Anything else? How can business owners benefit?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72755-4C7B-CC9D-0984-A75096198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6C459-69F1-C874-AB98-07DFABAB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Action analytics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17B1B6-9C97-CD54-C8DB-9130547F3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3925CF23-F787-5E72-C547-5487328BF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201" y="1690689"/>
            <a:ext cx="8207597" cy="2562225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0078B9"/>
                </a:solidFill>
              </a:rPr>
              <a:t>Social media actions analytics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deals with extraction, analysis, and interpretation of insights contained in actions performed by social media users.</a:t>
            </a:r>
          </a:p>
          <a:p>
            <a:r>
              <a:rPr lang="en-US" sz="2400" dirty="0"/>
              <a:t>Actions on SM are easy and fast way to </a:t>
            </a:r>
            <a:r>
              <a:rPr lang="en-US" sz="2400" b="1" dirty="0">
                <a:solidFill>
                  <a:srgbClr val="FF0000"/>
                </a:solidFill>
              </a:rPr>
              <a:t>express feelings</a:t>
            </a:r>
            <a:r>
              <a:rPr lang="en-US" sz="2400" dirty="0"/>
              <a:t>, unlike written reaction. They can be considered as </a:t>
            </a:r>
            <a:r>
              <a:rPr lang="en-US" sz="2400" b="1" dirty="0">
                <a:solidFill>
                  <a:srgbClr val="FF0000"/>
                </a:solidFill>
              </a:rPr>
              <a:t>social expressions and symbolic reactions </a:t>
            </a:r>
            <a:r>
              <a:rPr lang="en-US" sz="2400" dirty="0"/>
              <a:t>to social media content. </a:t>
            </a:r>
          </a:p>
          <a:p>
            <a:r>
              <a:rPr lang="en-US" sz="2400" dirty="0"/>
              <a:t>Actions are the </a:t>
            </a:r>
            <a:r>
              <a:rPr lang="en-US" sz="2400" b="1" dirty="0">
                <a:solidFill>
                  <a:srgbClr val="FF0000"/>
                </a:solidFill>
              </a:rPr>
              <a:t>backbone </a:t>
            </a:r>
            <a:r>
              <a:rPr lang="en-US" sz="2400" dirty="0"/>
              <a:t>of social media companies. </a:t>
            </a:r>
          </a:p>
        </p:txBody>
      </p:sp>
      <p:pic>
        <p:nvPicPr>
          <p:cNvPr id="3" name="Picture 2" descr="How to Track the Right Social Media Engagement Metrics">
            <a:extLst>
              <a:ext uri="{FF2B5EF4-FFF2-40B4-BE49-F238E27FC236}">
                <a16:creationId xmlns:a16="http://schemas.microsoft.com/office/drawing/2014/main" id="{C2291426-DAE7-B757-9256-5617B7DF1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797" y="4558197"/>
            <a:ext cx="2653991" cy="1492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9222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14669" y="2138979"/>
            <a:ext cx="3344955" cy="3478305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2400" b="1" dirty="0"/>
              <a:t>Likes / Dislike</a:t>
            </a:r>
            <a:endParaRPr lang="en-US" sz="2400" dirty="0"/>
          </a:p>
          <a:p>
            <a:r>
              <a:rPr lang="en-US" sz="2400" b="1" dirty="0"/>
              <a:t>Share </a:t>
            </a:r>
          </a:p>
          <a:p>
            <a:r>
              <a:rPr lang="en-US" sz="2400" b="1" dirty="0"/>
              <a:t>Editing / Deleting</a:t>
            </a:r>
            <a:endParaRPr lang="en-US" sz="2400" dirty="0"/>
          </a:p>
          <a:p>
            <a:r>
              <a:rPr lang="en-US" sz="2400" b="1" dirty="0"/>
              <a:t>Visits, Revisits</a:t>
            </a:r>
            <a:endParaRPr lang="en-US" sz="2400" dirty="0"/>
          </a:p>
          <a:p>
            <a:r>
              <a:rPr lang="en-US" sz="2400" b="1" dirty="0"/>
              <a:t>Views</a:t>
            </a:r>
            <a:endParaRPr lang="en-US" sz="2400" dirty="0"/>
          </a:p>
          <a:p>
            <a:r>
              <a:rPr lang="en-US" sz="2400" b="1" dirty="0"/>
              <a:t>Clicks</a:t>
            </a:r>
            <a:endParaRPr lang="en-US" sz="2400" dirty="0"/>
          </a:p>
          <a:p>
            <a:r>
              <a:rPr lang="en-US" sz="2400" b="1" dirty="0"/>
              <a:t>Tagging</a:t>
            </a:r>
            <a:endParaRPr lang="en-US" sz="2400" dirty="0"/>
          </a:p>
          <a:p>
            <a:endParaRPr lang="en-US" sz="2000" dirty="0"/>
          </a:p>
        </p:txBody>
      </p:sp>
      <p:sp>
        <p:nvSpPr>
          <p:cNvPr id="6" name="Content Placeholder 1"/>
          <p:cNvSpPr txBox="1">
            <a:spLocks/>
          </p:cNvSpPr>
          <p:nvPr/>
        </p:nvSpPr>
        <p:spPr>
          <a:xfrm>
            <a:off x="4726640" y="2138979"/>
            <a:ext cx="3028950" cy="347830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68580" tIns="34290" rIns="68580" bIns="3429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LM Sans 12" panose="00000500000000000000" pitchFamily="50" charset="0"/>
              </a:rPr>
              <a:t>Mentions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LM Sans 12" panose="00000500000000000000" pitchFamily="50" charset="0"/>
              </a:rPr>
              <a:t>(Un)follow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LM Sans 12" panose="00000500000000000000" pitchFamily="50" charset="0"/>
              </a:rPr>
              <a:t>Check-in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LM Sans 12" panose="00000500000000000000" pitchFamily="50" charset="0"/>
              </a:rPr>
              <a:t>Pinning / Bookmark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LM Sans 12" panose="00000500000000000000" pitchFamily="50" charset="0"/>
              </a:rPr>
              <a:t>Blocking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LM Sans 12" panose="00000500000000000000" pitchFamily="50" charset="0"/>
              </a:rPr>
              <a:t>Endorsement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LM Sans 12" panose="00000500000000000000" pitchFamily="50" charset="0"/>
              </a:rPr>
              <a:t>Downloading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A016FA6-E4F6-59C7-1CC6-A7CBBAAB0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Common social media actions</a:t>
            </a:r>
          </a:p>
        </p:txBody>
      </p:sp>
    </p:spTree>
    <p:extLst>
      <p:ext uri="{BB962C8B-B14F-4D97-AF65-F5344CB8AC3E}">
        <p14:creationId xmlns:p14="http://schemas.microsoft.com/office/powerpoint/2010/main" val="3437401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0366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b="1" dirty="0"/>
              <a:t>Mentions</a:t>
            </a:r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Mentions </a:t>
            </a:r>
            <a:r>
              <a:rPr lang="en-US" dirty="0"/>
              <a:t>or social mentions are the occurrence of a person, place, or thing over social media by name.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Mentions indicate popularity of person, product, place.</a:t>
            </a:r>
          </a:p>
          <a:p>
            <a:r>
              <a:rPr lang="en-US" b="1" dirty="0"/>
              <a:t>Check-in</a:t>
            </a:r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Check-in</a:t>
            </a:r>
            <a:r>
              <a:rPr lang="en-US" dirty="0"/>
              <a:t> is a feature that allows users to announce and share their arrival at a location, such as a city, hotel.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0078B9"/>
                </a:solidFill>
              </a:rPr>
              <a:t>Rich check-in data can be mined to offer location-based services and products (</a:t>
            </a:r>
            <a:r>
              <a:rPr lang="en-US" u="sng" dirty="0">
                <a:solidFill>
                  <a:srgbClr val="0078B9"/>
                </a:solidFill>
              </a:rPr>
              <a:t>good for travelers</a:t>
            </a:r>
            <a:r>
              <a:rPr lang="en-US" dirty="0">
                <a:solidFill>
                  <a:srgbClr val="0078B9"/>
                </a:solidFill>
              </a:rPr>
              <a:t>).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E37AA1A-466F-F80D-5C48-B9889787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Common social media actions</a:t>
            </a:r>
          </a:p>
        </p:txBody>
      </p:sp>
    </p:spTree>
    <p:extLst>
      <p:ext uri="{BB962C8B-B14F-4D97-AF65-F5344CB8AC3E}">
        <p14:creationId xmlns:p14="http://schemas.microsoft.com/office/powerpoint/2010/main" val="2498910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08BB63C-82D9-2FC7-2C60-A1CB2107843B}"/>
              </a:ext>
            </a:extLst>
          </p:cNvPr>
          <p:cNvSpPr txBox="1">
            <a:spLocks/>
          </p:cNvSpPr>
          <p:nvPr/>
        </p:nvSpPr>
        <p:spPr>
          <a:xfrm>
            <a:off x="741831" y="1753802"/>
            <a:ext cx="7971864" cy="5059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M Sans 12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Tagging / favorite</a:t>
            </a:r>
            <a:endParaRPr lang="en-US" sz="2700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Tagging</a:t>
            </a:r>
            <a:r>
              <a:rPr lang="en-US" dirty="0"/>
              <a:t> is the act of assigning or linking extra pieces of information to social media content for </a:t>
            </a:r>
            <a:r>
              <a:rPr lang="en-US" b="1" dirty="0">
                <a:solidFill>
                  <a:srgbClr val="FF0000"/>
                </a:solidFill>
              </a:rPr>
              <a:t>identification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classification</a:t>
            </a:r>
            <a:r>
              <a:rPr lang="en-US" dirty="0"/>
              <a:t>, and </a:t>
            </a:r>
            <a:r>
              <a:rPr lang="en-US" b="1" dirty="0">
                <a:solidFill>
                  <a:srgbClr val="FF0000"/>
                </a:solidFill>
              </a:rPr>
              <a:t>search purposes.</a:t>
            </a:r>
          </a:p>
          <a:p>
            <a:pPr marL="457200" lvl="1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/>
              <a:t>Pinning / collection</a:t>
            </a:r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Pinning</a:t>
            </a:r>
            <a:r>
              <a:rPr lang="en-US" dirty="0"/>
              <a:t> is an action performed by social media users to pin and share interesting content (such as product, idea, services, and information) using a virtual pin-board.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endParaRPr lang="en-US" sz="2550" b="1" dirty="0">
              <a:solidFill>
                <a:srgbClr val="FF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49FE05F-ABD8-C6B2-DF7C-345E90C9C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Common social media actions</a:t>
            </a:r>
          </a:p>
        </p:txBody>
      </p:sp>
    </p:spTree>
    <p:extLst>
      <p:ext uri="{BB962C8B-B14F-4D97-AF65-F5344CB8AC3E}">
        <p14:creationId xmlns:p14="http://schemas.microsoft.com/office/powerpoint/2010/main" val="2394833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28650" y="1560372"/>
            <a:ext cx="8340401" cy="4932502"/>
          </a:xfrm>
        </p:spPr>
        <p:txBody>
          <a:bodyPr>
            <a:normAutofit/>
          </a:bodyPr>
          <a:lstStyle/>
          <a:p>
            <a:r>
              <a:rPr lang="en-US" b="1" dirty="0"/>
              <a:t>Endorsement</a:t>
            </a:r>
            <a:endParaRPr lang="en-US" sz="2700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Endorsement</a:t>
            </a:r>
            <a:r>
              <a:rPr lang="en-US" dirty="0"/>
              <a:t> is a features that lets people to endorse, rate, and approve other people, products, and services.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Common types of endorsement: </a:t>
            </a:r>
            <a:r>
              <a:rPr lang="en-US" dirty="0"/>
              <a:t>product reviews</a:t>
            </a:r>
          </a:p>
          <a:p>
            <a:r>
              <a:rPr lang="en-US" b="1" dirty="0"/>
              <a:t>Deleting / hiding / re-editing</a:t>
            </a:r>
            <a:endParaRPr lang="en-US" sz="2700" dirty="0"/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good sign for user unsatisfaction, abandonment.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578" y="4241276"/>
            <a:ext cx="5371199" cy="211270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5E0B9C4-3340-9BAB-3DD4-E936518EF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Common social media actions</a:t>
            </a:r>
          </a:p>
        </p:txBody>
      </p:sp>
    </p:spTree>
    <p:extLst>
      <p:ext uri="{BB962C8B-B14F-4D97-AF65-F5344CB8AC3E}">
        <p14:creationId xmlns:p14="http://schemas.microsoft.com/office/powerpoint/2010/main" val="275737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C895D-DEF9-BC44-75E7-5CAF0FADD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E968-EAA4-63E2-0BE4-B4153F8EE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Macro-level behavioral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C72FA-721E-8785-02DE-66DF1054A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0C0D0B-9AA3-B68D-A555-BFC41EFBE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310" y="1690689"/>
            <a:ext cx="8271510" cy="44981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78B9"/>
                </a:solidFill>
              </a:rPr>
              <a:t>The study of large-scale patterns, trends, and dynamics in user behavior, interests, and communities across online platforms.</a:t>
            </a:r>
          </a:p>
          <a:p>
            <a:r>
              <a:rPr lang="en-US" sz="2000" dirty="0"/>
              <a:t>It leverages big data to understand individual or collective behaviors, their evolving interests, and group dynamics within populations. They can be used to inform strategies at a platform or societal level.</a:t>
            </a:r>
          </a:p>
          <a:p>
            <a:pPr lvl="0"/>
            <a:r>
              <a:rPr lang="en-US" sz="2000" b="1" dirty="0">
                <a:solidFill>
                  <a:srgbClr val="0078B9"/>
                </a:solidFill>
              </a:rPr>
              <a:t>Individual user behavior</a:t>
            </a:r>
          </a:p>
          <a:p>
            <a:pPr lvl="1"/>
            <a:r>
              <a:rPr lang="en-US" sz="2000" u="sng" dirty="0"/>
              <a:t>Adoption, retention (or churn), and engagement prediction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User evolution: how user interests (e.g., topics, hashtags) &amp; behavior evolve over time, influenced by events, trends, or cultural shifts.</a:t>
            </a:r>
          </a:p>
          <a:p>
            <a:r>
              <a:rPr lang="en-US" sz="2000" b="1" dirty="0">
                <a:solidFill>
                  <a:srgbClr val="0078B9"/>
                </a:solidFill>
              </a:rPr>
              <a:t>Community behavior</a:t>
            </a:r>
          </a:p>
          <a:p>
            <a:pPr lvl="1"/>
            <a:r>
              <a:rPr lang="en-US" sz="2000" dirty="0"/>
              <a:t>The </a:t>
            </a:r>
            <a:r>
              <a:rPr lang="en-US" sz="2000" u="sng" dirty="0"/>
              <a:t>formation, growth, and dynamics</a:t>
            </a:r>
            <a:r>
              <a:rPr lang="en-US" sz="2000" dirty="0"/>
              <a:t> of user communities based on shared interests, affiliations, or interactions. It examines how users cluster into groups and how these groups change.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64830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What </a:t>
            </a:r>
            <a:r>
              <a:rPr lang="en-US" sz="4400" dirty="0">
                <a:solidFill>
                  <a:srgbClr val="1A1A2E"/>
                </a:solidFill>
                <a:latin typeface="Latin Modern Sans"/>
              </a:rPr>
              <a:t>is User A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doption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Definition: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76391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The process </a:t>
            </a:r>
            <a:r>
              <a:rPr lang="en-US" sz="2000" dirty="0">
                <a:solidFill>
                  <a:srgbClr val="1A1A2E"/>
                </a:solidFill>
                <a:latin typeface="Latin Modern Sans"/>
              </a:rPr>
              <a:t>by which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a user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starts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using a feature, product, or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8046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In social media: </a:t>
            </a:r>
            <a:r>
              <a:rPr lang="en-US" sz="2400" dirty="0">
                <a:latin typeface="Latin Modern Sans"/>
              </a:rPr>
              <a:t>A</a:t>
            </a:r>
            <a:r>
              <a:rPr kumimoji="0" sz="24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Latin Modern Sans"/>
                <a:ea typeface="+mn-ea"/>
                <a:cs typeface="+mn-cs"/>
              </a:rPr>
              <a:t>dopting</a:t>
            </a:r>
            <a:r>
              <a:rPr kumimoji="0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atin Modern Sans"/>
                <a:ea typeface="+mn-ea"/>
                <a:cs typeface="+mn-cs"/>
              </a:rPr>
              <a:t> a new feature (Reels, Stories), platform (Threads, Bluesky), or behavior (posting daily).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What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i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 Retention?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118872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Definition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74980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Continued use of a platform, feature, or behavior. Its opposite is churn.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8046720" cy="2882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Common retention windows: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4C72B0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4C72B0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D1: returned the next day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D7: returned within a week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D30: returned within a month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1">
                <a:solidFill>
                  <a:srgbClr val="4C72B0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Why retention matters: 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1">
                <a:solidFill>
                  <a:srgbClr val="4C72B0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Acquiring users is expensive; retaining them drives long-term value.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Adoption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p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rediction </a:t>
            </a:r>
            <a:r>
              <a:rPr lang="en-US" sz="4400" dirty="0">
                <a:solidFill>
                  <a:srgbClr val="1A1A2E"/>
                </a:solidFill>
                <a:latin typeface="Latin Modern Sans"/>
              </a:rPr>
              <a:t>t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Question: Will this user adopt feature X in the next 30 days?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8046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A1A2E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Model: Logistic regression or gradient boosting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8046720" cy="2921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Features: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4C72B0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Past feature adoption speed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Engagement with similar features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Network adoption (friends who adopted)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Demographics and platform tenure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Content type preferences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1">
                <a:solidFill>
                  <a:srgbClr val="1A1A2E"/>
                </a:solidFill>
                <a:latin typeface="Latin Modern Sans"/>
              </a:defRPr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1">
                <a:solidFill>
                  <a:srgbClr val="1A1A2E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Metric: AUC, precision at high recall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1A1A2E"/>
                </a:solidFill>
                <a:latin typeface="Latin Modern Sans"/>
              </a:defRPr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eature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for Adoption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&amp;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Retention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16152"/>
            <a:ext cx="2926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Latin Modern Sans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Feature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0440" y="121615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Latin Modern Sans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8046720" cy="50292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2926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Behavioral frequency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71907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Sessions per week, posts per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8046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221992"/>
            <a:ext cx="2926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Behavioral 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22199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Slope of activity over 4 weeks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97480"/>
            <a:ext cx="8046720" cy="50292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2724912"/>
            <a:ext cx="2926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Network dynamics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72491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New follows, lost follows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00400"/>
            <a:ext cx="8046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3227832"/>
            <a:ext cx="2926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Content diversity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22783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Number of distinct topics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03320"/>
            <a:ext cx="8046720" cy="50292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3730752"/>
            <a:ext cx="2926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Social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73075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Average likes, replies, mentions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4233672"/>
            <a:ext cx="2926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Temporal recency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233672"/>
            <a:ext cx="51206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Days since last activity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2920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Trend features are often more predictive than static features.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Engagement </a:t>
            </a:r>
            <a:r>
              <a:rPr lang="en-US" sz="4400" dirty="0">
                <a:solidFill>
                  <a:srgbClr val="1A1A2E"/>
                </a:solidFill>
                <a:latin typeface="Latin Modern Sans"/>
              </a:rPr>
              <a:t>m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etrics</a:t>
            </a:r>
            <a:endParaRPr kumimoji="0" sz="44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307592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FFFFFF"/>
                </a:solidFill>
                <a:latin typeface="Latin Modern Sans"/>
              </a:defRPr>
            </a:pPr>
            <a:r>
              <a:rPr kumimoji="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307592"/>
            <a:ext cx="5760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FFFFFF"/>
                </a:solidFill>
                <a:latin typeface="Latin Modern Sans"/>
              </a:defRPr>
            </a:pPr>
            <a:r>
              <a:rPr kumimoji="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Common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856232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Facebook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856232"/>
            <a:ext cx="5760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Reactions, comments, shares, clicks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404872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Instagram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404872"/>
            <a:ext cx="5760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Likes, saves, comments, story views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2953512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Twitter/X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953512"/>
            <a:ext cx="5760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Likes, retweets, replies, quote tweets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3502152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TikTok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502152"/>
            <a:ext cx="5760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Views, likes, comments, shares, watch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4050792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Reddit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050792"/>
            <a:ext cx="5760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Upvotes, comments, awards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8046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4599432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YouTube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599432"/>
            <a:ext cx="5760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Views, likes, comments, watch duration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39165"/>
            <a:ext cx="8046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Different platforms produce different behavioral signatures.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4C72B0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lang="en-US" sz="2400" b="1" dirty="0">
                <a:solidFill>
                  <a:srgbClr val="C00000"/>
                </a:solidFill>
                <a:latin typeface="Latin Modern Sans"/>
              </a:rPr>
              <a:t>What about unique metrics on Redbook?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4072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defRPr sz="1800"/>
            </a:pPr>
            <a:r>
              <a:rPr sz="2400" b="1" dirty="0"/>
              <a:t>Reach</a:t>
            </a:r>
            <a:r>
              <a:rPr lang="en-US" sz="2400" dirty="0"/>
              <a:t>: number of </a:t>
            </a:r>
            <a:r>
              <a:rPr lang="en-US" sz="2400" u="sng" dirty="0"/>
              <a:t>unique users</a:t>
            </a:r>
            <a:r>
              <a:rPr lang="en-US" sz="2400" dirty="0"/>
              <a:t> who see the content</a:t>
            </a:r>
          </a:p>
          <a:p>
            <a:pPr lvl="1">
              <a:defRPr sz="1800"/>
            </a:pPr>
            <a:r>
              <a:rPr lang="en-US" sz="2000" dirty="0"/>
              <a:t>E.g., A post seen by 10,000 unique users</a:t>
            </a:r>
            <a:endParaRPr lang="en-US" sz="1800" dirty="0"/>
          </a:p>
          <a:p>
            <a:pPr>
              <a:defRPr sz="1800"/>
            </a:pPr>
            <a:r>
              <a:rPr lang="en-US" sz="2400" b="1" dirty="0"/>
              <a:t>Impressions</a:t>
            </a:r>
            <a:r>
              <a:rPr lang="en-US" sz="2400" dirty="0"/>
              <a:t>: </a:t>
            </a:r>
            <a:r>
              <a:rPr lang="en-US" sz="2400" b="0" i="0" u="sng" dirty="0">
                <a:solidFill>
                  <a:srgbClr val="001D35"/>
                </a:solidFill>
                <a:effectLst/>
                <a:latin typeface="Google Sans"/>
              </a:rPr>
              <a:t>total number of times</a:t>
            </a:r>
            <a:r>
              <a:rPr lang="en-US" sz="2400" b="0" i="0" dirty="0">
                <a:solidFill>
                  <a:srgbClr val="001D35"/>
                </a:solidFill>
                <a:effectLst/>
                <a:latin typeface="Google Sans"/>
              </a:rPr>
              <a:t> a post was displayed</a:t>
            </a:r>
          </a:p>
          <a:p>
            <a:pPr lvl="1">
              <a:defRPr sz="1800"/>
            </a:pPr>
            <a:r>
              <a:rPr lang="en-US" sz="2000" b="0" i="0" dirty="0">
                <a:solidFill>
                  <a:srgbClr val="001D35"/>
                </a:solidFill>
                <a:effectLst/>
                <a:latin typeface="Google Sans"/>
              </a:rPr>
              <a:t>Same post can by viewed multiple times by the same person</a:t>
            </a:r>
            <a:endParaRPr lang="en-US" sz="2000" dirty="0"/>
          </a:p>
          <a:p>
            <a:pPr algn="l">
              <a:defRPr sz="1800"/>
            </a:pPr>
            <a:r>
              <a:rPr lang="en-US" sz="2400" b="1" dirty="0"/>
              <a:t>Engagement</a:t>
            </a:r>
            <a:r>
              <a:rPr lang="en-US" sz="2400" dirty="0"/>
              <a:t>: number of </a:t>
            </a:r>
            <a:r>
              <a:rPr lang="en-US" sz="2400" u="sng" dirty="0"/>
              <a:t>interactions</a:t>
            </a:r>
          </a:p>
          <a:p>
            <a:pPr lvl="1">
              <a:defRPr sz="1800"/>
            </a:pPr>
            <a:r>
              <a:rPr lang="en-US" sz="2000" dirty="0"/>
              <a:t>E.g., Likes, comments, shares</a:t>
            </a:r>
          </a:p>
          <a:p>
            <a:pPr>
              <a:defRPr sz="1800"/>
            </a:pPr>
            <a:r>
              <a:rPr lang="en-US" sz="2400" dirty="0">
                <a:solidFill>
                  <a:srgbClr val="0070C0"/>
                </a:solidFill>
              </a:rPr>
              <a:t>Engagement rate:</a:t>
            </a:r>
            <a:r>
              <a:rPr lang="en-US" sz="2400" dirty="0"/>
              <a:t> (Engagements / Reach) * 100</a:t>
            </a:r>
          </a:p>
          <a:p>
            <a:pPr>
              <a:defRPr sz="1800"/>
            </a:pPr>
            <a:r>
              <a:rPr lang="en-US" sz="2400" dirty="0">
                <a:solidFill>
                  <a:srgbClr val="0070C0"/>
                </a:solidFill>
              </a:rPr>
              <a:t>Click-Through Rate: </a:t>
            </a:r>
            <a:r>
              <a:rPr lang="en-US" sz="2400" dirty="0"/>
              <a:t>Clicks / Impressions</a:t>
            </a:r>
            <a:endParaRPr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714A68-12D7-84D4-3623-0143AEEEC83C}"/>
              </a:ext>
            </a:extLst>
          </p:cNvPr>
          <p:cNvSpPr txBox="1">
            <a:spLocks/>
          </p:cNvSpPr>
          <p:nvPr/>
        </p:nvSpPr>
        <p:spPr>
          <a:xfrm>
            <a:off x="628650" y="40436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LM Sans 12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en-US" b="0" dirty="0"/>
              <a:t>KPI metrics in SM ads industry</a:t>
            </a:r>
            <a:endParaRPr lang="en-HK" b="0" dirty="0"/>
          </a:p>
        </p:txBody>
      </p:sp>
      <p:pic>
        <p:nvPicPr>
          <p:cNvPr id="9218" name="Picture 2" descr="How to Track the Right Social Media Engagement Metrics">
            <a:extLst>
              <a:ext uri="{FF2B5EF4-FFF2-40B4-BE49-F238E27FC236}">
                <a16:creationId xmlns:a16="http://schemas.microsoft.com/office/drawing/2014/main" id="{5BF3DA09-6996-7D2B-575D-011901BC3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414" y="4779790"/>
            <a:ext cx="2653991" cy="1492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495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Engagement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prediction</a:t>
            </a:r>
            <a:endParaRPr kumimoji="0" sz="44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74980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57200">
              <a:defRPr sz="20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Definition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of Engagement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74980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Observable interaction between a user and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a piece of online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content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such as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likes, comments, shares, clicks, and time spent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, etc.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0632" y="2584175"/>
            <a:ext cx="8046720" cy="2405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Not the same as: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Attention (not directly observable)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Satisfaction (may diverge from engagement)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Value (engagement metrics can mislead)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Engagement is multidimensional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hundred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like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are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not the same as a thoughtful comment.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45B02B-24DB-D9B1-B210-BFAB62E1C06E}"/>
              </a:ext>
            </a:extLst>
          </p:cNvPr>
          <p:cNvSpPr/>
          <p:nvPr/>
        </p:nvSpPr>
        <p:spPr>
          <a:xfrm>
            <a:off x="610632" y="5212080"/>
            <a:ext cx="8207597" cy="830997"/>
          </a:xfrm>
          <a:prstGeom prst="rect">
            <a:avLst/>
          </a:prstGeom>
          <a:gradFill rotWithShape="1">
            <a:gsLst>
              <a:gs pos="0">
                <a:srgbClr val="5B9BD5">
                  <a:lumMod val="110000"/>
                  <a:satMod val="105000"/>
                  <a:tint val="67000"/>
                </a:srgbClr>
              </a:gs>
              <a:gs pos="50000">
                <a:srgbClr val="5B9BD5">
                  <a:lumMod val="105000"/>
                  <a:satMod val="103000"/>
                  <a:tint val="73000"/>
                </a:srgbClr>
              </a:gs>
              <a:gs pos="100000">
                <a:srgbClr val="5B9BD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Can be used to measure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8B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popularity and influence</a:t>
            </a:r>
            <a:r>
              <a:rPr lang="en-US" sz="2400" b="1" kern="0" dirty="0">
                <a:solidFill>
                  <a:srgbClr val="FF0000"/>
                </a:solidFill>
                <a:latin typeface="Calibri" panose="020F0502020204030204"/>
              </a:rPr>
              <a:t>, but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 the quality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of a product, service, or idea on social media.</a:t>
            </a:r>
          </a:p>
        </p:txBody>
      </p:sp>
    </p:spTree>
    <p:extLst>
      <p:ext uri="{BB962C8B-B14F-4D97-AF65-F5344CB8AC3E}">
        <p14:creationId xmlns:p14="http://schemas.microsoft.com/office/powerpoint/2010/main" val="4194162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95995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Engagement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p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rediction </a:t>
            </a:r>
            <a:r>
              <a:rPr lang="en-US" sz="4400" dirty="0">
                <a:solidFill>
                  <a:srgbClr val="1A1A2E"/>
                </a:solidFill>
                <a:latin typeface="Latin Modern Sans"/>
              </a:rPr>
              <a:t>t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1835"/>
            <a:ext cx="8046720" cy="243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Binary classification: Will this post receive high engagement?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Count regression: How many likes will this post get?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Ranking: Which of these 10 candidate posts will perform best?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Time-series: How will engagement evolve over the first 24 hours?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Comparative: Which post version (A/B) will engage more users?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Each task requires a different modeling approach.</a:t>
            </a:r>
          </a:p>
        </p:txBody>
      </p:sp>
    </p:spTree>
    <p:extLst>
      <p:ext uri="{BB962C8B-B14F-4D97-AF65-F5344CB8AC3E}">
        <p14:creationId xmlns:p14="http://schemas.microsoft.com/office/powerpoint/2010/main" val="1574099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95995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Useful </a:t>
            </a:r>
            <a:r>
              <a:rPr lang="en-US" sz="4400" dirty="0">
                <a:solidFill>
                  <a:srgbClr val="1A1A2E"/>
                </a:solidFill>
                <a:latin typeface="Latin Modern Sans"/>
              </a:rPr>
              <a:t>f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eatur</a:t>
            </a:r>
            <a:r>
              <a:rPr kumimoji="0" 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es</a:t>
            </a:r>
            <a:endParaRPr kumimoji="0" sz="44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318955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Four major feature families: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59035"/>
            <a:ext cx="804672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1.  Content features - what the post says and shows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2.  User features - who posted it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3.  Temporal features - when it was posted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4.  Network features - who is connected to the poster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Strong prediction usually combines all four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and unique platform-specific features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(depend on human insights)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3552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57449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Content-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b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ased </a:t>
            </a:r>
            <a:r>
              <a:rPr lang="en-US" sz="4400" dirty="0">
                <a:solidFill>
                  <a:srgbClr val="1A1A2E"/>
                </a:solidFill>
                <a:latin typeface="Latin Modern Sans"/>
              </a:rPr>
              <a:t>f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eatures</a:t>
            </a:r>
            <a:endParaRPr kumimoji="0" sz="44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71849"/>
            <a:ext cx="8046720" cy="4572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99281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Latin Modern Sans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1299281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FFFF"/>
                </a:solidFill>
                <a:latin typeface="Latin Modern Sans"/>
              </a:defRPr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29049"/>
            <a:ext cx="8046720" cy="4572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1756481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Text length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756481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Character count, word count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86249"/>
            <a:ext cx="8046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2213681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Sentiment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213681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Positive, negative, neutral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43449"/>
            <a:ext cx="8046720" cy="4572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2670881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Emotional arousal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670881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High-arousal language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0649"/>
            <a:ext cx="8046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3128081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Hashtags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128081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Count, specificity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57849"/>
            <a:ext cx="8046720" cy="4572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3585281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Mentions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585281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Number of @mentions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015049"/>
            <a:ext cx="8046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4042481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Media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042481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Image, video, text-only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72249"/>
            <a:ext cx="8046720" cy="4572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" y="4499681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Readability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499681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Grade level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929449"/>
            <a:ext cx="80467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4360" y="4956881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Language style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956881"/>
            <a:ext cx="5303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Formal, informal, humorous</a:t>
            </a:r>
          </a:p>
        </p:txBody>
      </p:sp>
    </p:spTree>
    <p:extLst>
      <p:ext uri="{BB962C8B-B14F-4D97-AF65-F5344CB8AC3E}">
        <p14:creationId xmlns:p14="http://schemas.microsoft.com/office/powerpoint/2010/main" val="2360818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26721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User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&amp;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Network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49681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User features: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06881"/>
            <a:ext cx="384048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1A1A2E"/>
                </a:solidFill>
                <a:latin typeface="Latin Modern Sans"/>
              </a:defRPr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Follower count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Account age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Posting frequency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Verified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49681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Network features: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06881"/>
            <a:ext cx="384048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>
                <a:solidFill>
                  <a:srgbClr val="1A1A2E"/>
                </a:solidFill>
                <a:latin typeface="Latin Modern Sans"/>
              </a:defRPr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Number of mutual follows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Betweenness centrality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Community membership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Past interaction with audience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D7B4844-78F6-FFA1-D274-BE96980E15B4}"/>
              </a:ext>
            </a:extLst>
          </p:cNvPr>
          <p:cNvGrpSpPr/>
          <p:nvPr/>
        </p:nvGrpSpPr>
        <p:grpSpPr>
          <a:xfrm>
            <a:off x="548640" y="4061073"/>
            <a:ext cx="8046720" cy="602159"/>
            <a:chOff x="548640" y="5303520"/>
            <a:chExt cx="8046720" cy="602159"/>
          </a:xfrm>
        </p:grpSpPr>
        <p:sp>
          <p:nvSpPr>
            <p:cNvPr id="7" name="Rectangle 6"/>
            <p:cNvSpPr/>
            <p:nvPr/>
          </p:nvSpPr>
          <p:spPr>
            <a:xfrm>
              <a:off x="548640" y="5303520"/>
              <a:ext cx="8046720" cy="602159"/>
            </a:xfrm>
            <a:prstGeom prst="rect">
              <a:avLst/>
            </a:prstGeom>
            <a:solidFill>
              <a:srgbClr val="FFF8E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5394960"/>
              <a:ext cx="749807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defTabSz="457200">
                <a:defRPr sz="1600" b="1">
                  <a:solidFill>
                    <a:srgbClr val="1A1A2E"/>
                  </a:solidFill>
                  <a:latin typeface="Latin Modern Sans"/>
                </a:defRPr>
              </a:pPr>
              <a:r>
                <a:rPr kumimoji="0" b="1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Who you are and who you </a:t>
              </a:r>
              <a:r>
                <a:rPr lang="en-US" b="1" dirty="0">
                  <a:solidFill>
                    <a:srgbClr val="1A1A2E"/>
                  </a:solidFill>
                  <a:latin typeface="Latin Modern Sans"/>
                </a:rPr>
                <a:t>follow </a:t>
              </a:r>
              <a:r>
                <a:rPr kumimoji="0" b="1" i="0" u="none" strike="noStrike" kern="1200" cap="none" spc="0" normalizeH="0" baseline="0" noProof="0" dirty="0">
                  <a:ln>
                    <a:noFill/>
                  </a:ln>
                  <a:solidFill>
                    <a:srgbClr val="1A1A2E"/>
                  </a:solidFill>
                  <a:effectLst/>
                  <a:uLnTx/>
                  <a:uFillTx/>
                  <a:latin typeface="Latin Modern Sans"/>
                  <a:ea typeface="+mn-ea"/>
                  <a:cs typeface="+mn-cs"/>
                </a:rPr>
                <a:t>shape engagement as much as what you post.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0920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99014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kumimoji="0" sz="4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Temporal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04854"/>
            <a:ext cx="804672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Hour of day: Engagement peaks vary by audience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Day of week: Weekday vs. weekend patterns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Recency: Newer posts get more attention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Time since previous post: Posting frequency effects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Event alignment: Election nights, disasters, holidays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Temporal features are cheap to compute and often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useful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539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>
                <a:solidFill>
                  <a:srgbClr val="1A1A2E"/>
                </a:solidFill>
                <a:latin typeface="Latin Modern Sans"/>
              </a:defRPr>
            </a:pPr>
            <a:r>
              <a:rPr kumimoji="0" sz="3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Case - Predicting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</a:t>
            </a:r>
            <a:r>
              <a:rPr kumimoji="0" sz="3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etweet </a:t>
            </a:r>
            <a:r>
              <a:rPr lang="en-US" sz="3600" dirty="0">
                <a:solidFill>
                  <a:srgbClr val="1A1A2E"/>
                </a:solidFill>
                <a:latin typeface="Latin Modern Sans"/>
              </a:rPr>
              <a:t>c</a:t>
            </a:r>
            <a:r>
              <a:rPr kumimoji="0" sz="3600" b="0" i="0" u="none" strike="noStrike" kern="120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ount</a:t>
            </a:r>
            <a:endParaRPr kumimoji="0" sz="36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Task: Predict retweets within 24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8046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1A1A2E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Model: Negative Binomial Regression (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overdispersed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count)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8046720" cy="3552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Features: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Hashtag count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Sentiment polarity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Follower count of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user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Contains URL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Contains image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Hour of posting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1">
                <a:solidFill>
                  <a:srgbClr val="1A1A2E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Evaluation: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</a:t>
            </a:r>
            <a:r>
              <a:rPr kumimoji="0" lang="en-US" sz="2000" b="1" i="0" u="none" strike="noStrike" kern="1200" cap="none" spc="0" normalizeH="0" baseline="3000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2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, RMSE,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AIC, deviance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4C72B0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1">
                <a:solidFill>
                  <a:srgbClr val="4C72B0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Business use: Scheduling tools, influencer selection</a:t>
            </a:r>
          </a:p>
        </p:txBody>
      </p:sp>
    </p:spTree>
    <p:extLst>
      <p:ext uri="{BB962C8B-B14F-4D97-AF65-F5344CB8AC3E}">
        <p14:creationId xmlns:p14="http://schemas.microsoft.com/office/powerpoint/2010/main" val="16836892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3E8D6-C577-C773-A750-81BD02513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34D7A5-94F9-19C0-3912-0BE7C0CCD9D9}"/>
              </a:ext>
            </a:extLst>
          </p:cNvPr>
          <p:cNvSpPr txBox="1"/>
          <p:nvPr/>
        </p:nvSpPr>
        <p:spPr>
          <a:xfrm>
            <a:off x="548640" y="2407920"/>
            <a:ext cx="80467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kumimoji="0" lang="en-US" sz="4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Are there action analyses that go beyond engagement prediction?</a:t>
            </a:r>
            <a:endParaRPr kumimoji="0" sz="4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4973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A1A2E"/>
                </a:solidFill>
                <a:latin typeface="Latin Modern Sans"/>
              </a:defRPr>
            </a:pPr>
            <a:r>
              <a:rPr dirty="0"/>
              <a:t>Beyond Engagement: Content Deletion</a:t>
            </a:r>
            <a:r>
              <a:rPr lang="en-US" dirty="0"/>
              <a:t> / Hide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7863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72B0"/>
                </a:solidFill>
                <a:latin typeface="Latin Modern Sans"/>
              </a:defRPr>
            </a:pPr>
            <a:r>
              <a:rPr sz="2000" dirty="0"/>
              <a:t>Action analyzed: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54425"/>
            <a:ext cx="7863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Latin Modern Sans"/>
              </a:defRPr>
            </a:pPr>
            <a:r>
              <a:rPr sz="2000" dirty="0"/>
              <a:t>Users deleting their own posts, comments, or replies.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65960"/>
            <a:ext cx="3931920" cy="18288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72B0"/>
                </a:solidFill>
                <a:latin typeface="Latin Modern Sans"/>
              </a:defRPr>
            </a:pPr>
            <a:r>
              <a:rPr lang="en-US" sz="1600" dirty="0"/>
              <a:t>Outcome </a:t>
            </a:r>
            <a:r>
              <a:rPr sz="1600" dirty="0"/>
              <a:t>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65760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A1A2E"/>
                </a:solidFill>
                <a:latin typeface="Latin Modern Sans"/>
              </a:defRPr>
            </a:pPr>
            <a:r>
              <a:rPr sz="1600" dirty="0"/>
              <a:t>- Repeated snapshots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A1A2E"/>
                </a:solidFill>
                <a:latin typeface="Latin Modern Sans"/>
              </a:defRPr>
            </a:pPr>
            <a:r>
              <a:rPr sz="1600" dirty="0"/>
              <a:t>- API deletion signals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A1A2E"/>
                </a:solidFill>
                <a:latin typeface="Latin Modern Sans"/>
              </a:defRPr>
            </a:pPr>
            <a:r>
              <a:rPr sz="1600" dirty="0"/>
              <a:t>- Archive comparison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A1A2E"/>
                </a:solidFill>
                <a:latin typeface="Latin Modern Sans"/>
              </a:defRPr>
            </a:pPr>
            <a:r>
              <a:rPr sz="1600" dirty="0"/>
              <a:t>- Edit-history tracking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A1A2E"/>
                </a:solidFill>
                <a:latin typeface="Latin Modern Sans"/>
              </a:defRPr>
            </a:pPr>
            <a:r>
              <a:rPr sz="1600" dirty="0"/>
              <a:t>- Cross-referencing caches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965960"/>
            <a:ext cx="3931920" cy="182880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2011680"/>
            <a:ext cx="3657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72B0"/>
                </a:solidFill>
                <a:latin typeface="Latin Modern Sans"/>
              </a:defRPr>
            </a:pPr>
            <a:r>
              <a:rPr sz="1600" dirty="0"/>
              <a:t>Analysis</a:t>
            </a:r>
            <a:r>
              <a:rPr lang="en-US" sz="1600" dirty="0"/>
              <a:t> &amp; Prediction</a:t>
            </a:r>
            <a:endParaRPr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4892040" y="2331720"/>
            <a:ext cx="365760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A1A2E"/>
                </a:solidFill>
                <a:latin typeface="Latin Modern Sans"/>
              </a:defRPr>
            </a:pPr>
            <a:r>
              <a:rPr sz="1600" dirty="0"/>
              <a:t>- Deletion rate and time-to-deletion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A1A2E"/>
                </a:solidFill>
                <a:latin typeface="Latin Modern Sans"/>
              </a:defRPr>
            </a:pPr>
            <a:r>
              <a:rPr sz="1600" dirty="0"/>
              <a:t>- Sentiment of deleted posts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A1A2E"/>
                </a:solidFill>
                <a:latin typeface="Latin Modern Sans"/>
              </a:defRPr>
            </a:pPr>
            <a:r>
              <a:rPr sz="1600" dirty="0"/>
              <a:t>- Feedback before deletion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A1A2E"/>
                </a:solidFill>
                <a:latin typeface="Latin Modern Sans"/>
              </a:defRPr>
            </a:pPr>
            <a:r>
              <a:rPr sz="1600" dirty="0"/>
              <a:t>- Demographic differences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1A1A2E"/>
                </a:solidFill>
                <a:latin typeface="Latin Modern Sans"/>
              </a:defRPr>
            </a:pPr>
            <a:r>
              <a:rPr sz="1600" dirty="0"/>
              <a:t>- Spikes around political events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8229600" cy="13716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78638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72B0"/>
                </a:solidFill>
                <a:latin typeface="Latin Modern Sans"/>
              </a:defRPr>
            </a:pPr>
            <a:r>
              <a:rPr lang="en-US" sz="1600" dirty="0"/>
              <a:t>Understanding mechanisms / </a:t>
            </a:r>
            <a:r>
              <a:rPr sz="1600" dirty="0"/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7863840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  <a:defRPr sz="1300" b="0">
                <a:solidFill>
                  <a:srgbClr val="1A1A2E"/>
                </a:solidFill>
                <a:latin typeface="Latin Modern Sans"/>
              </a:defRPr>
            </a:pPr>
            <a:r>
              <a:rPr sz="1600" dirty="0"/>
              <a:t>Regret, self-censorship, impression management</a:t>
            </a:r>
          </a:p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  <a:defRPr sz="1300" b="0">
                <a:solidFill>
                  <a:srgbClr val="1A1A2E"/>
                </a:solidFill>
                <a:latin typeface="Latin Modern Sans"/>
              </a:defRPr>
            </a:pPr>
            <a:r>
              <a:rPr sz="1600" dirty="0"/>
              <a:t>Disproportionate cost of visibility for marginalized users</a:t>
            </a:r>
          </a:p>
          <a:p>
            <a:pPr marL="171450" indent="-171450" algn="l">
              <a:spcAft>
                <a:spcPts val="200"/>
              </a:spcAft>
              <a:buFont typeface="Arial" panose="020B0604020202020204" pitchFamily="34" charset="0"/>
              <a:buChar char="•"/>
              <a:defRPr sz="1300" b="0">
                <a:solidFill>
                  <a:srgbClr val="1A1A2E"/>
                </a:solidFill>
                <a:latin typeface="Latin Modern Sans"/>
              </a:defRPr>
            </a:pPr>
            <a:r>
              <a:rPr sz="1600" dirty="0"/>
              <a:t>Collective responses to political or policy shifts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440680"/>
            <a:ext cx="8229600" cy="907111"/>
          </a:xfrm>
          <a:prstGeom prst="rect">
            <a:avLst/>
          </a:prstGeom>
          <a:solidFill>
            <a:srgbClr val="E8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538084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03030"/>
                </a:solidFill>
                <a:latin typeface="Latin Modern Sans"/>
              </a:defRPr>
            </a:pPr>
            <a:r>
              <a:rPr sz="2000" dirty="0"/>
              <a:t>Engagement analyzes what users amplify. </a:t>
            </a:r>
            <a:endParaRPr lang="en-US" sz="2000" dirty="0"/>
          </a:p>
          <a:p>
            <a:pPr algn="l">
              <a:defRPr sz="1500" b="1">
                <a:solidFill>
                  <a:srgbClr val="B03030"/>
                </a:solidFill>
                <a:latin typeface="Latin Modern Sans"/>
              </a:defRPr>
            </a:pPr>
            <a:r>
              <a:rPr sz="2000" dirty="0"/>
              <a:t>Deletion </a:t>
            </a:r>
            <a:r>
              <a:rPr lang="en-US" sz="2000" dirty="0"/>
              <a:t>and hiding </a:t>
            </a:r>
            <a:r>
              <a:rPr sz="2000" dirty="0"/>
              <a:t>analyze</a:t>
            </a:r>
            <a:r>
              <a:rPr lang="en-US" sz="2000" dirty="0"/>
              <a:t> </a:t>
            </a:r>
            <a:r>
              <a:rPr sz="2000" dirty="0"/>
              <a:t>what users retract.</a:t>
            </a:r>
            <a:r>
              <a:rPr lang="en-US" sz="2000" dirty="0"/>
              <a:t> (Both are useful)</a:t>
            </a:r>
            <a:endParaRPr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3F61A-387B-145E-CB8B-2DBF49C15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039A61-BFDD-3162-50CF-07BF13104136}"/>
              </a:ext>
            </a:extLst>
          </p:cNvPr>
          <p:cNvSpPr txBox="1"/>
          <p:nvPr/>
        </p:nvSpPr>
        <p:spPr>
          <a:xfrm>
            <a:off x="548640" y="24079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Community-level Behavior</a:t>
            </a:r>
            <a:endParaRPr kumimoji="0" sz="4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8073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99013"/>
            <a:ext cx="8046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>
                <a:solidFill>
                  <a:srgbClr val="1A1A2E"/>
                </a:solidFill>
                <a:latin typeface="Latin Modern Sans"/>
              </a:defRPr>
            </a:pPr>
            <a:r>
              <a:rPr kumimoji="0" sz="3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What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i</a:t>
            </a:r>
            <a:r>
              <a:rPr kumimoji="0" sz="3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 Political Polarization?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53169"/>
            <a:ext cx="8046720" cy="118872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404853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Definition: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70613"/>
            <a:ext cx="74980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Divergence of political attitudes,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user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identities, and behaviors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among online users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, with reduced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interactions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between groups.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3623" y="2844259"/>
            <a:ext cx="8046720" cy="1949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Two types: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Ideological polarization: Distance between issue positions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Affective polarization: Dislike and distrust of the opposing group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1">
                <a:solidFill>
                  <a:srgbClr val="4C72B0"/>
                </a:solidFill>
                <a:latin typeface="Latin Modern Sans"/>
              </a:defRPr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4C72B0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Social media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algorithms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can amplify both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types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BCAAD-BFD7-206B-9722-F191547FA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139D7-AD05-D045-69B5-AD9167166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158"/>
            <a:ext cx="7886700" cy="1325563"/>
          </a:xfrm>
        </p:spPr>
        <p:txBody>
          <a:bodyPr/>
          <a:lstStyle/>
          <a:p>
            <a:r>
              <a:rPr lang="en-US" b="0" dirty="0"/>
              <a:t>Key polarization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B28D3-DFD6-B96D-E28D-A09F98AA8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946" y="1218925"/>
            <a:ext cx="8217792" cy="517709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8B9"/>
                </a:solidFill>
              </a:rPr>
              <a:t>Structure based:</a:t>
            </a:r>
          </a:p>
          <a:p>
            <a:pPr lvl="1"/>
            <a:r>
              <a:rPr lang="en-US" sz="2000" u="sng" dirty="0"/>
              <a:t>Network modularity</a:t>
            </a:r>
            <a:r>
              <a:rPr lang="en-US" sz="2000" dirty="0"/>
              <a:t>: fraction of edges that fall within communities minus the expected fraction if edges were distributed at random.</a:t>
            </a:r>
          </a:p>
          <a:p>
            <a:pPr lvl="1"/>
            <a:r>
              <a:rPr lang="en-US" sz="2000" u="sng" dirty="0"/>
              <a:t>Edge density ratio</a:t>
            </a:r>
            <a:r>
              <a:rPr lang="en-US" sz="2000" dirty="0"/>
              <a:t>: num. of edges (within / between)</a:t>
            </a:r>
          </a:p>
          <a:p>
            <a:pPr lvl="1"/>
            <a:r>
              <a:rPr lang="en-US" sz="2000" u="sng" dirty="0" err="1"/>
              <a:t>Assortativity</a:t>
            </a:r>
            <a:r>
              <a:rPr lang="en-US" sz="2000" dirty="0"/>
              <a:t>: the degree to which nodes of similar attributes (ideology, gender, etc.) interact with each other, relative to random chance.</a:t>
            </a:r>
            <a:endParaRPr lang="en-US" dirty="0"/>
          </a:p>
          <a:p>
            <a:r>
              <a:rPr lang="en-US" dirty="0">
                <a:solidFill>
                  <a:srgbClr val="0078B9"/>
                </a:solidFill>
              </a:rPr>
              <a:t>Content / interaction based:</a:t>
            </a:r>
          </a:p>
          <a:p>
            <a:pPr lvl="1"/>
            <a:r>
              <a:rPr lang="en-US" sz="2000" u="sng" dirty="0">
                <a:effectLst/>
              </a:rPr>
              <a:t>Opinion variance among group members</a:t>
            </a:r>
          </a:p>
          <a:p>
            <a:pPr lvl="2"/>
            <a:r>
              <a:rPr lang="en-US" dirty="0"/>
              <a:t>Ideological preference</a:t>
            </a:r>
          </a:p>
          <a:p>
            <a:pPr lvl="2"/>
            <a:r>
              <a:rPr lang="en-US" dirty="0">
                <a:effectLst/>
              </a:rPr>
              <a:t>Sentiment, morality, etc.</a:t>
            </a:r>
          </a:p>
          <a:p>
            <a:pPr marL="914400" lvl="2" indent="0">
              <a:buNone/>
            </a:pPr>
            <a:r>
              <a:rPr lang="en-US" dirty="0"/>
              <a:t>[Can use Gini index to measure it]</a:t>
            </a:r>
          </a:p>
          <a:p>
            <a:pPr lvl="1"/>
            <a:r>
              <a:rPr lang="en-US" sz="2000" dirty="0">
                <a:effectLst/>
              </a:rPr>
              <a:t>Cross-</a:t>
            </a:r>
            <a:r>
              <a:rPr lang="en-US" sz="2000" dirty="0"/>
              <a:t>community interaction</a:t>
            </a:r>
            <a:endParaRPr lang="en-US" sz="2000" dirty="0">
              <a:effectLst/>
            </a:endParaRPr>
          </a:p>
          <a:p>
            <a:pPr lvl="2"/>
            <a:r>
              <a:rPr lang="en-US" dirty="0">
                <a:effectLst/>
              </a:rPr>
              <a:t>replies, mentions, </a:t>
            </a:r>
            <a:r>
              <a:rPr lang="en-US" dirty="0" err="1">
                <a:effectLst/>
              </a:rPr>
              <a:t>etc</a:t>
            </a:r>
            <a:endParaRPr lang="en-US" dirty="0">
              <a:effectLst/>
            </a:endParaRPr>
          </a:p>
          <a:p>
            <a:pPr lvl="2"/>
            <a:r>
              <a:rPr lang="en-US" dirty="0"/>
              <a:t>Ratio of in-group to out-group interactions</a:t>
            </a:r>
            <a:endParaRPr lang="en-US" dirty="0">
              <a:effectLst/>
            </a:endParaRPr>
          </a:p>
          <a:p>
            <a:pPr lvl="1"/>
            <a:endParaRPr lang="en-US" sz="3200" dirty="0">
              <a:effectLst/>
            </a:endParaRPr>
          </a:p>
          <a:p>
            <a:pPr lvl="1"/>
            <a:endParaRPr lang="en-US" sz="3200" dirty="0">
              <a:effectLst/>
            </a:endParaRP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A7B92B-2E54-D5B8-14FC-40099427D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7D1C31A-413B-24FE-B9EB-8FFC394A96DA}"/>
              </a:ext>
            </a:extLst>
          </p:cNvPr>
          <p:cNvGrpSpPr/>
          <p:nvPr/>
        </p:nvGrpSpPr>
        <p:grpSpPr>
          <a:xfrm>
            <a:off x="6457950" y="3830198"/>
            <a:ext cx="2057400" cy="2280223"/>
            <a:chOff x="6306345" y="3578698"/>
            <a:chExt cx="3517900" cy="389890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7A84EBB-D7FC-3D82-CED0-A3A9598F6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06345" y="3578698"/>
              <a:ext cx="3517900" cy="38989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B40236C-E567-B796-DE53-D3593352393A}"/>
                </a:ext>
              </a:extLst>
            </p:cNvPr>
            <p:cNvSpPr/>
            <p:nvPr/>
          </p:nvSpPr>
          <p:spPr>
            <a:xfrm>
              <a:off x="6306345" y="3596832"/>
              <a:ext cx="895739" cy="712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0190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95995"/>
            <a:ext cx="8046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>
                <a:solidFill>
                  <a:srgbClr val="1A1A2E"/>
                </a:solidFill>
                <a:latin typeface="Latin Modern Sans"/>
              </a:defRPr>
            </a:pP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Case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</a:t>
            </a: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Polarization on Twitter/X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18955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Task: Measure polarization in U.S. political discussion.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67595"/>
            <a:ext cx="8046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1A1A2E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Data: Tweets with political hashtags (e.g., #Election2024)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16235"/>
            <a:ext cx="8046720" cy="3129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Method: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Build retweet network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Detect communities (Louvain algorithm)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Compute modularity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Measure cross-community retweet rate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Track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metrics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over time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400" b="1">
                <a:solidFill>
                  <a:srgbClr val="1A1A2E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Finding: Modularity increased; cross-community retweets declined.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400" b="1">
                <a:solidFill>
                  <a:srgbClr val="4C72B0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Interpretation: Users increasingly stayed within ideological clusters.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BA845-CFBD-68CC-94DA-6BB2C22AB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C15D3-5C1E-ECF7-40CD-3CD1417CD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Echo chambers online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CD767-487A-BDBB-3AAB-2EE456B72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9154"/>
            <a:ext cx="85533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</a:rPr>
              <a:t>Echo chamber in social media refers to an environment where users are primarily exposed to content, opinions, and information that align with their existing beliefs.</a:t>
            </a:r>
          </a:p>
          <a:p>
            <a:pPr marL="0" indent="0">
              <a:buNone/>
            </a:pPr>
            <a:r>
              <a:rPr lang="en-US" b="1" dirty="0"/>
              <a:t>How it forms:</a:t>
            </a:r>
          </a:p>
          <a:p>
            <a:r>
              <a:rPr lang="en-US" dirty="0">
                <a:solidFill>
                  <a:srgbClr val="0078B9"/>
                </a:solidFill>
              </a:rPr>
              <a:t>Algorithms</a:t>
            </a:r>
            <a:r>
              <a:rPr lang="en-US" dirty="0"/>
              <a:t> prioritizing content with high engagement</a:t>
            </a:r>
          </a:p>
          <a:p>
            <a:r>
              <a:rPr lang="en-US" dirty="0">
                <a:solidFill>
                  <a:srgbClr val="0078B9"/>
                </a:solidFill>
                <a:effectLst/>
              </a:rPr>
              <a:t>User behavior</a:t>
            </a:r>
            <a:r>
              <a:rPr lang="en-US" dirty="0">
                <a:effectLst/>
              </a:rPr>
              <a:t>: people tend to follow, friend, </a:t>
            </a:r>
            <a:r>
              <a:rPr lang="en-US" dirty="0"/>
              <a:t>and </a:t>
            </a:r>
            <a:r>
              <a:rPr lang="en-US" dirty="0">
                <a:effectLst/>
              </a:rPr>
              <a:t>join groups with like-minded individuals (homophily).</a:t>
            </a:r>
          </a:p>
          <a:p>
            <a:r>
              <a:rPr lang="en-US" dirty="0">
                <a:solidFill>
                  <a:srgbClr val="0078B9"/>
                </a:solidFill>
              </a:rPr>
              <a:t>Network effects</a:t>
            </a:r>
            <a:r>
              <a:rPr lang="en-US" dirty="0"/>
              <a:t>: online c</a:t>
            </a:r>
            <a:r>
              <a:rPr lang="en-US" dirty="0">
                <a:effectLst/>
              </a:rPr>
              <a:t>ommunities (e.g., subreddits) amplify shared narratives due to social influence.</a:t>
            </a:r>
          </a:p>
          <a:p>
            <a:endParaRPr lang="en-US" dirty="0">
              <a:effectLst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6A8C8-2059-1B59-D05C-B67E9EF29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3290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8E0E5-E27F-F544-771D-935A2FCA7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88C0D-9D78-DF91-0035-227CC4B39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Simulating echo chambers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520D55-0DD8-3ED4-DAD7-9065E78F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84B717-4790-6489-D917-84C26AA6FD64}"/>
              </a:ext>
            </a:extLst>
          </p:cNvPr>
          <p:cNvSpPr txBox="1"/>
          <p:nvPr/>
        </p:nvSpPr>
        <p:spPr>
          <a:xfrm>
            <a:off x="628650" y="1676564"/>
            <a:ext cx="8544700" cy="830997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8B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 interactive visualization on formation of Echo Chambers.</a:t>
            </a:r>
          </a:p>
          <a:p>
            <a:r>
              <a:rPr lang="en-US" sz="2400" dirty="0"/>
              <a:t>When </a:t>
            </a:r>
            <a:r>
              <a:rPr lang="en-US" sz="2400" b="1" dirty="0"/>
              <a:t>influencing</a:t>
            </a:r>
            <a:r>
              <a:rPr lang="en-US" sz="2400" dirty="0"/>
              <a:t> and </a:t>
            </a:r>
            <a:r>
              <a:rPr lang="en-US" sz="2400" b="1" dirty="0"/>
              <a:t>unfriending</a:t>
            </a:r>
            <a:r>
              <a:rPr lang="en-US" sz="2400" dirty="0"/>
              <a:t> are strong / often: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D7C796-4A19-7106-3166-2EBD85B0F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045" y="2902671"/>
            <a:ext cx="1711504" cy="171150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6C53612-CE97-3991-E0B0-C256F92AB1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0413" y="2750963"/>
            <a:ext cx="6025849" cy="329258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54C8C7C-5B1E-41F1-4B6E-70B2C412C1A4}"/>
              </a:ext>
            </a:extLst>
          </p:cNvPr>
          <p:cNvSpPr txBox="1"/>
          <p:nvPr/>
        </p:nvSpPr>
        <p:spPr>
          <a:xfrm>
            <a:off x="894058" y="6069324"/>
            <a:ext cx="67950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The total num of “subgroups” depends on user </a:t>
            </a:r>
            <a:r>
              <a:rPr lang="en-US" sz="2000" b="1" dirty="0">
                <a:solidFill>
                  <a:srgbClr val="C00000"/>
                </a:solidFill>
              </a:rPr>
              <a:t>tolerance level.</a:t>
            </a:r>
          </a:p>
        </p:txBody>
      </p:sp>
    </p:spTree>
    <p:extLst>
      <p:ext uri="{BB962C8B-B14F-4D97-AF65-F5344CB8AC3E}">
        <p14:creationId xmlns:p14="http://schemas.microsoft.com/office/powerpoint/2010/main" val="12512633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DAD17-1F8A-A8F6-E644-3733BE6EB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C2F9B-1CEC-9968-C978-23C2B7684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Mitigation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9DC7C-88AD-DA17-1B56-899F0A2C2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9154"/>
            <a:ext cx="8336056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How to break out of Echo Chambers:</a:t>
            </a:r>
          </a:p>
          <a:p>
            <a:r>
              <a:rPr lang="en-US" sz="2400" dirty="0">
                <a:solidFill>
                  <a:srgbClr val="0078B9"/>
                </a:solidFill>
              </a:rPr>
              <a:t>Diversify your feed:</a:t>
            </a:r>
            <a:r>
              <a:rPr lang="en-US" sz="2400" dirty="0"/>
              <a:t> Follow credible accounts with opposing views (e.g., @</a:t>
            </a:r>
            <a:r>
              <a:rPr lang="en-US" sz="2400" dirty="0" err="1"/>
              <a:t>nytimes</a:t>
            </a:r>
            <a:r>
              <a:rPr lang="en-US" sz="2400" dirty="0"/>
              <a:t> and @</a:t>
            </a:r>
            <a:r>
              <a:rPr lang="en-US" sz="2400" dirty="0" err="1"/>
              <a:t>foxnews</a:t>
            </a:r>
            <a:r>
              <a:rPr lang="en-US" sz="2400" dirty="0"/>
              <a:t>).</a:t>
            </a:r>
          </a:p>
          <a:p>
            <a:r>
              <a:rPr lang="en-US" sz="2400" dirty="0">
                <a:solidFill>
                  <a:srgbClr val="0078B9"/>
                </a:solidFill>
              </a:rPr>
              <a:t>Use platform tools:</a:t>
            </a:r>
            <a:r>
              <a:rPr lang="en-US" sz="2400" dirty="0"/>
              <a:t> Turn off personalized recommendations.</a:t>
            </a:r>
          </a:p>
          <a:p>
            <a:r>
              <a:rPr lang="en-US" sz="2400" dirty="0">
                <a:solidFill>
                  <a:srgbClr val="0078B9"/>
                </a:solidFill>
              </a:rPr>
              <a:t>Seek primary sources: </a:t>
            </a:r>
            <a:r>
              <a:rPr lang="en-US" sz="2400" dirty="0"/>
              <a:t>Read original studies instead of opinion posts. Make your own judgement with critical thinking.</a:t>
            </a:r>
          </a:p>
          <a:p>
            <a:r>
              <a:rPr lang="en-US" sz="2400" dirty="0">
                <a:solidFill>
                  <a:srgbClr val="C00000"/>
                </a:solidFill>
              </a:rPr>
              <a:t>Recall “parable of polygons” in DSC 2005: </a:t>
            </a:r>
            <a:r>
              <a:rPr lang="en-US" sz="2400" b="1" dirty="0">
                <a:solidFill>
                  <a:srgbClr val="C00000"/>
                </a:solidFill>
              </a:rPr>
              <a:t>diversity matters</a:t>
            </a:r>
            <a:r>
              <a:rPr lang="en-US" sz="2400" dirty="0">
                <a:solidFill>
                  <a:srgbClr val="C00000"/>
                </a:solidFill>
              </a:rPr>
              <a:t>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EA376-DFE1-185F-8556-6EC42791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4073CB9-F76A-E084-4D7E-9A24ED50D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5068922"/>
            <a:ext cx="7747000" cy="107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44804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5160"/>
            <a:ext cx="8046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>
                <a:solidFill>
                  <a:srgbClr val="1A1A2E"/>
                </a:solidFill>
                <a:latin typeface="Latin Modern Sans"/>
              </a:defRPr>
            </a:pPr>
            <a:r>
              <a:rPr kumimoji="0" sz="3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Echo Chambers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vs.</a:t>
            </a:r>
            <a:r>
              <a:rPr kumimoji="0" sz="36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Filter Bubbles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9560"/>
            <a:ext cx="8046720" cy="109728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391000"/>
            <a:ext cx="74980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Echo chamber: A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social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network where users primarily interact with like-minded others</a:t>
            </a:r>
            <a:r>
              <a:rPr lang="en-US" sz="2400" dirty="0">
                <a:solidFill>
                  <a:srgbClr val="1A1A2E"/>
                </a:solidFill>
                <a:latin typeface="Latin Modern Sans"/>
              </a:rPr>
              <a:t> with similar opinions.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2488280"/>
            <a:ext cx="8046720" cy="109728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579720"/>
            <a:ext cx="74980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Filter bubble: Algorithmic curation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on online platforms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that limits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user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exposure to opposing views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and information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68440"/>
            <a:ext cx="804672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Distinction: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Echo chambers are user-driven (homophily)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Filter bubbles are algorithm-driven (ranking, recommendation)</a:t>
            </a:r>
            <a:endParaRPr lang="en-US" sz="2000" dirty="0">
              <a:solidFill>
                <a:srgbClr val="1A1A2E"/>
              </a:solidFill>
              <a:latin typeface="Latin Modern San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Both reduce exposure to diverse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opinions,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but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via 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different mechanisms.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37FFC-C004-CCD8-A169-D9483FF7075E}"/>
              </a:ext>
            </a:extLst>
          </p:cNvPr>
          <p:cNvSpPr txBox="1"/>
          <p:nvPr/>
        </p:nvSpPr>
        <p:spPr>
          <a:xfrm>
            <a:off x="548640" y="5549287"/>
            <a:ext cx="8321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Latin Modern Sans"/>
              </a:defRPr>
            </a:pPr>
            <a:r>
              <a:rPr sz="2400" dirty="0">
                <a:solidFill>
                  <a:srgbClr val="C00000"/>
                </a:solidFill>
              </a:rPr>
              <a:t>Trade-off: Engagement may drop when polarization is reduced.</a:t>
            </a:r>
          </a:p>
        </p:txBody>
      </p:sp>
    </p:spTree>
    <p:extLst>
      <p:ext uri="{BB962C8B-B14F-4D97-AF65-F5344CB8AC3E}">
        <p14:creationId xmlns:p14="http://schemas.microsoft.com/office/powerpoint/2010/main" val="42033894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7B65E-7F90-2F0D-8BF9-161610019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0DBB5-EA20-12B7-C853-C66674E26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319407" cy="1325563"/>
          </a:xfrm>
        </p:spPr>
        <p:txBody>
          <a:bodyPr/>
          <a:lstStyle/>
          <a:p>
            <a:r>
              <a:rPr lang="en-US" altLang="zh-CN" b="0" dirty="0"/>
              <a:t>P</a:t>
            </a:r>
            <a:r>
              <a:rPr lang="en-US" b="0" dirty="0"/>
              <a:t>ersonalization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407A4-C4E2-5E7E-2607-F3AD73F1D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597701"/>
            <a:ext cx="8319406" cy="4351338"/>
          </a:xfrm>
        </p:spPr>
        <p:txBody>
          <a:bodyPr>
            <a:normAutofit/>
          </a:bodyPr>
          <a:lstStyle/>
          <a:p>
            <a:r>
              <a:rPr lang="en-US" altLang="zh-CN" sz="2400" b="1" dirty="0"/>
              <a:t>User segmentation</a:t>
            </a:r>
            <a:r>
              <a:rPr lang="en-US" altLang="zh-CN" sz="2400" dirty="0"/>
              <a:t>: dividing users into groups based on their demographics, behavior, or preference for marketing strategy.</a:t>
            </a:r>
          </a:p>
          <a:p>
            <a:r>
              <a:rPr lang="en-US" altLang="zh-CN" sz="2400" b="1" dirty="0"/>
              <a:t>Content recommendation</a:t>
            </a:r>
            <a:r>
              <a:rPr lang="en-US" altLang="zh-CN" sz="2400" dirty="0"/>
              <a:t>: Building intelligent systems to recommend content and products tailored to individual users.</a:t>
            </a:r>
          </a:p>
          <a:p>
            <a:endParaRPr lang="en-US" altLang="zh-CN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3FBC7E-CB2A-0F44-234B-866E9BBC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3E54C4-0090-C09C-E42D-C7289608085B}"/>
              </a:ext>
            </a:extLst>
          </p:cNvPr>
          <p:cNvSpPr txBox="1"/>
          <p:nvPr/>
        </p:nvSpPr>
        <p:spPr>
          <a:xfrm>
            <a:off x="835065" y="3597822"/>
            <a:ext cx="4643841" cy="1672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2E7D32"/>
                </a:solidFill>
                <a:latin typeface="Latin Modern Sans"/>
              </a:defRPr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Goals:</a:t>
            </a:r>
            <a:endParaRPr sz="2400" dirty="0"/>
          </a:p>
          <a:p>
            <a:pPr algn="l">
              <a:spcAft>
                <a:spcPts val="400"/>
              </a:spcAft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sz="2400" dirty="0"/>
              <a:t>- Increase relevance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sz="2400" dirty="0"/>
              <a:t>- Improve user experience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sz="2400" dirty="0"/>
              <a:t>- Drive engagement </a:t>
            </a:r>
            <a:r>
              <a:rPr lang="en-US" sz="2400" dirty="0"/>
              <a:t>&amp;</a:t>
            </a:r>
            <a:r>
              <a:rPr sz="2400" dirty="0"/>
              <a:t> retention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647E23-548D-DB9A-840B-FB0E43336680}"/>
              </a:ext>
            </a:extLst>
          </p:cNvPr>
          <p:cNvSpPr txBox="1"/>
          <p:nvPr/>
        </p:nvSpPr>
        <p:spPr>
          <a:xfrm>
            <a:off x="5107887" y="3588046"/>
            <a:ext cx="3840480" cy="1672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B03030"/>
                </a:solidFill>
                <a:latin typeface="Latin Modern Sans"/>
              </a:defRPr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B0303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Risks:</a:t>
            </a:r>
            <a:endParaRPr sz="2400" dirty="0"/>
          </a:p>
          <a:p>
            <a:pPr algn="l">
              <a:spcAft>
                <a:spcPts val="400"/>
              </a:spcAft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sz="2400" dirty="0"/>
              <a:t>- Filter bubbles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sz="2400" dirty="0"/>
              <a:t>- Privacy concerns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sz="2400" dirty="0"/>
              <a:t>- Manipulation </a:t>
            </a:r>
            <a:r>
              <a:rPr lang="en-US" sz="2400" dirty="0"/>
              <a:t>&amp;</a:t>
            </a:r>
            <a:r>
              <a:rPr sz="2400" dirty="0"/>
              <a:t> addiction</a:t>
            </a:r>
          </a:p>
        </p:txBody>
      </p:sp>
    </p:spTree>
    <p:extLst>
      <p:ext uri="{BB962C8B-B14F-4D97-AF65-F5344CB8AC3E}">
        <p14:creationId xmlns:p14="http://schemas.microsoft.com/office/powerpoint/2010/main" val="15369072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73418-4DF8-DCF9-6E9A-9CCD6174D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77C07-15C2-D433-C01C-B1856FD6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319407" cy="1325563"/>
          </a:xfrm>
        </p:spPr>
        <p:txBody>
          <a:bodyPr/>
          <a:lstStyle/>
          <a:p>
            <a:r>
              <a:rPr lang="en-US" b="0" dirty="0"/>
              <a:t>User segmentation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EED62-4E3A-7B06-8C63-98D4F88E4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39648"/>
            <a:ext cx="8319406" cy="4853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Linguistic methods:</a:t>
            </a:r>
          </a:p>
          <a:p>
            <a:r>
              <a:rPr lang="en-US" altLang="zh-CN" sz="2400" dirty="0">
                <a:solidFill>
                  <a:srgbClr val="0078B9"/>
                </a:solidFill>
              </a:rPr>
              <a:t>Cluster users based on their linguistic features</a:t>
            </a:r>
          </a:p>
          <a:p>
            <a:pPr lvl="1"/>
            <a:r>
              <a:rPr lang="en-US" altLang="zh-CN" sz="2000" dirty="0" err="1"/>
              <a:t>BoW</a:t>
            </a:r>
            <a:r>
              <a:rPr lang="en-US" altLang="zh-CN" sz="2000" dirty="0"/>
              <a:t>, TF-IDF, LIWC, LDA, etc.</a:t>
            </a:r>
          </a:p>
          <a:p>
            <a:r>
              <a:rPr lang="en-US" altLang="zh-CN" sz="2400" dirty="0">
                <a:solidFill>
                  <a:srgbClr val="0078B9"/>
                </a:solidFill>
              </a:rPr>
              <a:t>Obtain user embeddings based on post vectors</a:t>
            </a:r>
          </a:p>
          <a:p>
            <a:pPr lvl="1"/>
            <a:r>
              <a:rPr lang="en-US" altLang="zh-CN" sz="2000" dirty="0"/>
              <a:t>Average word embeddings of user posts</a:t>
            </a:r>
          </a:p>
          <a:p>
            <a:pPr lvl="1"/>
            <a:r>
              <a:rPr lang="en-US" altLang="zh-CN" sz="2000" dirty="0">
                <a:solidFill>
                  <a:srgbClr val="C00000"/>
                </a:solidFill>
              </a:rPr>
              <a:t>Learn user vectors directly from doc2vec (how?)</a:t>
            </a:r>
          </a:p>
          <a:p>
            <a:pPr marL="0" indent="0">
              <a:buNone/>
            </a:pPr>
            <a:r>
              <a:rPr lang="en-US" altLang="zh-CN" dirty="0"/>
              <a:t>Network-based methods:</a:t>
            </a:r>
            <a:endParaRPr lang="en-US" altLang="zh-CN" dirty="0">
              <a:solidFill>
                <a:srgbClr val="0078B9"/>
              </a:solidFill>
            </a:endParaRPr>
          </a:p>
          <a:p>
            <a:r>
              <a:rPr lang="en-US" altLang="zh-CN" sz="2400" dirty="0">
                <a:solidFill>
                  <a:srgbClr val="0078B9"/>
                </a:solidFill>
              </a:rPr>
              <a:t>Node2vec:</a:t>
            </a:r>
            <a:r>
              <a:rPr lang="en-US" altLang="zh-CN" sz="2400" dirty="0"/>
              <a:t> do random walks on social networks and train the word2vec model on the sampled trajectories of users (words).</a:t>
            </a:r>
          </a:p>
          <a:p>
            <a:pPr lvl="1"/>
            <a:r>
              <a:rPr lang="en-US" altLang="zh-CN" sz="2000" dirty="0"/>
              <a:t>Different ways to build a network</a:t>
            </a:r>
          </a:p>
          <a:p>
            <a:pPr lvl="1"/>
            <a:r>
              <a:rPr lang="en-US" altLang="zh-CN" sz="2000" dirty="0"/>
              <a:t>More details in future lecture on SNA</a:t>
            </a:r>
          </a:p>
          <a:p>
            <a:endParaRPr lang="en-US" altLang="zh-CN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99047F-1034-5E41-DEDA-70B0DC739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246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5158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Content-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b</a:t>
            </a: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ased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9558"/>
            <a:ext cx="82698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Idea: Recommend items similar to what a user has liked before, based on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some measurable / observable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item features.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9680"/>
            <a:ext cx="8046720" cy="3359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078B9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Item features: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78B9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Text topics (from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LDA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, embeddings)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Media type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(image, video, verified, etc.)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Author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(new vs. old, gender, etc.)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Hashtags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(unique hashtags contained)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1">
                <a:solidFill>
                  <a:srgbClr val="2E7D32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Strengths: </a:t>
            </a:r>
            <a:r>
              <a:rPr lang="en-US" sz="2000" b="1" dirty="0">
                <a:solidFill>
                  <a:srgbClr val="2E7D32"/>
                </a:solidFill>
                <a:latin typeface="Latin Modern Sans"/>
              </a:rPr>
              <a:t>E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xplainable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, can just use item metadata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2E7D32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1">
                <a:solidFill>
                  <a:srgbClr val="B03030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B0303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Weaknesses: Limited serendipity; recommends only familiar content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B03030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1">
                <a:solidFill>
                  <a:srgbClr val="B03030"/>
                </a:solidFill>
                <a:latin typeface="Latin Modern Sans"/>
              </a:defRPr>
            </a:pP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B03030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400" b="1">
                <a:solidFill>
                  <a:srgbClr val="4C72B0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Classic example: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Spotify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's </a:t>
            </a:r>
            <a:r>
              <a:rPr lang="en-US" sz="2000" b="1" dirty="0">
                <a:solidFill>
                  <a:srgbClr val="4C72B0"/>
                </a:solidFill>
                <a:latin typeface="Latin Modern Sans"/>
              </a:rPr>
              <a:t>m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usic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</a:t>
            </a:r>
            <a:r>
              <a:rPr lang="en-US" sz="2000" b="1" dirty="0">
                <a:solidFill>
                  <a:srgbClr val="4C72B0"/>
                </a:solidFill>
                <a:latin typeface="Latin Modern Sans"/>
              </a:rPr>
              <a:t>r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ecommendation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algorithm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4C72B0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5159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kumimoji="0" sz="4400" b="0" i="0" u="none" strike="noStrike" kern="1200" cap="none" spc="0" normalizeH="0" baseline="0" noProof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Collaborative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99559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Idea: Use the behavior of similar users to recommend items.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39639"/>
            <a:ext cx="804672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078B9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Two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8B9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steps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0078B9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: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78B9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238125" marR="0" lvl="0" indent="-2381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-"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Find users similar to you</a:t>
            </a:r>
            <a:endParaRPr lang="en-US" sz="2000" dirty="0">
              <a:solidFill>
                <a:srgbClr val="1A1A2E"/>
              </a:solidFill>
              <a:latin typeface="Latin Modern Sans"/>
            </a:endParaRPr>
          </a:p>
          <a:p>
            <a:pPr marL="238125" marR="0" lvl="0" indent="-2381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-"/>
              <a:defRPr sz="16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recommend what they liked</a:t>
            </a:r>
            <a:endParaRPr lang="en-US" sz="2000" dirty="0">
              <a:solidFill>
                <a:srgbClr val="1A1A2E"/>
              </a:solidFill>
              <a:latin typeface="Latin Modern San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 sz="1600" b="0">
                <a:solidFill>
                  <a:srgbClr val="1A1A2E"/>
                </a:solidFill>
                <a:latin typeface="Latin Modern Sans"/>
              </a:defRPr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1">
                <a:solidFill>
                  <a:srgbClr val="2E7D32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2E7D32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Strengths: Works well with large datasets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1">
                <a:solidFill>
                  <a:srgbClr val="B03030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B0303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Weaknesses: Cold-start problem, popularity bias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B03030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600" b="1">
                <a:solidFill>
                  <a:srgbClr val="B03030"/>
                </a:solidFill>
                <a:latin typeface="Latin Modern Sans"/>
              </a:defRPr>
            </a:pP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B03030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400" b="1">
                <a:solidFill>
                  <a:srgbClr val="4C72B0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Classic example: Amazon's customers who bought this also bought...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>
                <a:solidFill>
                  <a:srgbClr val="1A1A2E"/>
                </a:solidFill>
                <a:latin typeface="Latin Modern Sans"/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Hybrid </a:t>
            </a:r>
            <a:r>
              <a:rPr lang="en-US" sz="4400" dirty="0">
                <a:solidFill>
                  <a:srgbClr val="1A1A2E"/>
                </a:solidFill>
                <a:latin typeface="Latin Modern Sans"/>
              </a:rPr>
              <a:t>recommendation s</a:t>
            </a:r>
            <a:r>
              <a:rPr kumimoji="0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ystem</a:t>
            </a:r>
            <a:endParaRPr kumimoji="0" sz="44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1461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Hybrid approaches combine:</a:t>
            </a:r>
          </a:p>
          <a:p>
            <a:pPr defTabSz="457200">
              <a:spcAft>
                <a:spcPts val="300"/>
              </a:spcAft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lang="en-US" sz="2000" dirty="0">
                <a:solidFill>
                  <a:srgbClr val="1A1A2E"/>
                </a:solidFill>
                <a:latin typeface="Latin Modern Sans"/>
              </a:rPr>
              <a:t>- Content-based filtering for cold-start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Collaborative filtering for personalization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Add </a:t>
            </a:r>
            <a:r>
              <a:rPr lang="en-US" sz="2000" dirty="0">
                <a:solidFill>
                  <a:srgbClr val="1A1A2E"/>
                </a:solidFill>
                <a:latin typeface="Latin Modern Sans"/>
              </a:rPr>
              <a:t>c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ontextual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features (time, device, location)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74597"/>
            <a:ext cx="804672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4C72B0"/>
                </a:solidFill>
                <a:latin typeface="Latin Modern Sans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Evaluation metrics: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Precision@k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,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Recall@k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NDCG (ranking quality)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Click-through rate (CTR)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Diversity, novelty, serendipity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- Long-term satisfaction vs. short-term engagement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 sz="1400" b="0">
                <a:solidFill>
                  <a:srgbClr val="1A1A2E"/>
                </a:solidFill>
                <a:latin typeface="Latin Modern Sans"/>
              </a:defRPr>
            </a:pP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1A1A2E"/>
              </a:solidFill>
              <a:effectLst/>
              <a:uLnTx/>
              <a:uFillTx/>
              <a:latin typeface="Latin Modern Sans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 sz="1400" b="1">
                <a:solidFill>
                  <a:srgbClr val="4C72B0"/>
                </a:solidFill>
                <a:latin typeface="Latin Modern Sans"/>
              </a:defRPr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4C72B0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Key tension: Optimizing clicks may reduce diversity and well-being.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4431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>
                <a:solidFill>
                  <a:srgbClr val="1A1A2E"/>
                </a:solidFill>
                <a:latin typeface="Latin Modern Sans"/>
              </a:defRPr>
            </a:pPr>
            <a:r>
              <a:rPr kumimoji="0" sz="44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Discussion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0271"/>
            <a:ext cx="804672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1. Should platforms optimize for engagement if it hurts well-being?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2. How would you design an ethical recommendation system?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3. Can polarization be measured without users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'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 ideolog</a:t>
            </a:r>
            <a:r>
              <a:rPr lang="en-US" sz="2000" dirty="0">
                <a:solidFill>
                  <a:srgbClr val="1A1A2E"/>
                </a:solidFill>
                <a:latin typeface="Latin Modern Sans"/>
              </a:rPr>
              <a:t>y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4. When does personalization become manipulation?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 sz="1800" b="0">
                <a:solidFill>
                  <a:srgbClr val="1A1A2E"/>
                </a:solidFill>
                <a:latin typeface="Latin Modern Sans"/>
              </a:defRPr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1A1A2E"/>
                </a:solidFill>
                <a:effectLst/>
                <a:uLnTx/>
                <a:uFillTx/>
                <a:latin typeface="Latin Modern Sans"/>
                <a:ea typeface="+mn-ea"/>
                <a:cs typeface="+mn-cs"/>
              </a:rPr>
              <a:t>5. How would you explain churn prediction to a product manager?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FB86EBA-A005-0E17-7EC8-8B9FCC142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b="0" dirty="0"/>
              <a:t>Course notes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A978717-5A6B-4A08-A1BC-E854F83FB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HW1 released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Due on Oct 16 (end of day).</a:t>
            </a:r>
          </a:p>
          <a:p>
            <a:r>
              <a:rPr lang="en-US" dirty="0"/>
              <a:t>Social network analysis </a:t>
            </a:r>
            <a:r>
              <a:rPr lang="en-US" altLang="zh-CN" dirty="0"/>
              <a:t>next</a:t>
            </a:r>
            <a:r>
              <a:rPr lang="zh-CN" altLang="en-US" dirty="0"/>
              <a:t> </a:t>
            </a:r>
            <a:r>
              <a:rPr lang="en-US" altLang="zh-CN" dirty="0"/>
              <a:t>wee</a:t>
            </a:r>
            <a:r>
              <a:rPr lang="en-US" dirty="0"/>
              <a:t>k</a:t>
            </a:r>
          </a:p>
          <a:p>
            <a:r>
              <a:rPr lang="en-US" dirty="0"/>
              <a:t>Tutorial 4</a:t>
            </a:r>
          </a:p>
          <a:p>
            <a:pPr lvl="1"/>
            <a:r>
              <a:rPr lang="en-US" dirty="0"/>
              <a:t>Behavior analysis, community polarization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zhang" id="{16B57925-4BF1-1F47-9CC9-F9B8FF84AD2B}" vid="{9FDA24BC-AEBA-8448-BDDE-8ACFED393888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6082</TotalTime>
  <Words>2730</Words>
  <Application>Microsoft Macintosh PowerPoint</Application>
  <PresentationFormat>On-screen Show (4:3)</PresentationFormat>
  <Paragraphs>402</Paragraphs>
  <Slides>41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Google Sans</vt:lpstr>
      <vt:lpstr>Latin Modern Sans</vt:lpstr>
      <vt:lpstr>LM Sans 12</vt:lpstr>
      <vt:lpstr>Abadi MT Condensed Extra Bold</vt:lpstr>
      <vt:lpstr>Abadi MT Condensed Light</vt:lpstr>
      <vt:lpstr>Arial</vt:lpstr>
      <vt:lpstr>Calibri</vt:lpstr>
      <vt:lpstr>Office Theme</vt:lpstr>
      <vt:lpstr>1_Office Theme</vt:lpstr>
      <vt:lpstr>DSC3013 Intro. to Social Media Analytics (Lec. 7)</vt:lpstr>
      <vt:lpstr>PowerPoint Presentation</vt:lpstr>
      <vt:lpstr>Agenda for this week</vt:lpstr>
      <vt:lpstr>PowerPoint Presentation</vt:lpstr>
      <vt:lpstr>PowerPoint Presentation</vt:lpstr>
      <vt:lpstr>Action analytics</vt:lpstr>
      <vt:lpstr>Common social media actions</vt:lpstr>
      <vt:lpstr>Common social media actions</vt:lpstr>
      <vt:lpstr>Common social media actions</vt:lpstr>
      <vt:lpstr>Common social media actions</vt:lpstr>
      <vt:lpstr>Macro-level behavioral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polarization metrics</vt:lpstr>
      <vt:lpstr>PowerPoint Presentation</vt:lpstr>
      <vt:lpstr>Echo chambers online</vt:lpstr>
      <vt:lpstr>Simulating echo chambers</vt:lpstr>
      <vt:lpstr>Mitigation strategies</vt:lpstr>
      <vt:lpstr>PowerPoint Presentation</vt:lpstr>
      <vt:lpstr>Personalization</vt:lpstr>
      <vt:lpstr>User segmentation</vt:lpstr>
      <vt:lpstr>PowerPoint Presentation</vt:lpstr>
      <vt:lpstr>PowerPoint Presentation</vt:lpstr>
      <vt:lpstr>PowerPoint Presentation</vt:lpstr>
      <vt:lpstr>PowerPoint Presentation</vt:lpstr>
      <vt:lpstr>Course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SEEM4112 Computing Methods in Data Analytics 1. Introduction</dc:title>
  <dc:creator>Q Z</dc:creator>
  <cp:lastModifiedBy>Hao PENG</cp:lastModifiedBy>
  <cp:revision>245</cp:revision>
  <dcterms:created xsi:type="dcterms:W3CDTF">2019-01-16T16:49:18Z</dcterms:created>
  <dcterms:modified xsi:type="dcterms:W3CDTF">2026-10-12T09:32:43Z</dcterms:modified>
</cp:coreProperties>
</file>